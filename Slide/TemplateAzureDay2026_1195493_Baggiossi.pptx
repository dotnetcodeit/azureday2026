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Beyond Chat: Security Copilot Agents for Real‑World SOC Automation</a:t>
            </a:r>
          </a:p>
        </p:txBody>
      </p:sp>
      <p:pic>
        <p:nvPicPr>
          <p:cNvPr id="3" name="Banner for Beyond Chat: Security Copilot Agents for Real‑World SOC Automation by Alessandro Baggiossi, Michela Lec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553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Beyond Chat: Security Copilot Agents for Real‑World SOC Autom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Beyond Chat: Security Copilot Agents for Real‑World SOC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67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Beyond Chat: Security Copilot Agents for Real‑World SOC Automation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Beyond Chat: Security Copilot Agents for Real‑World SOC Automation</dc:title>
  <dc:subject>Conference session: Beyond Chat: Security Copilot Agents for Real‑World SOC Automation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