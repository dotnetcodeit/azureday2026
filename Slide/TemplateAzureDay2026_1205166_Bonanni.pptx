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Progettare applicazioni AI su Azure con Azure AI Foundry</a:t>
            </a:r>
          </a:p>
        </p:txBody>
      </p:sp>
      <p:pic>
        <p:nvPicPr>
          <p:cNvPr id="3" name="Banner for Progettare applicazioni AI su Azure con Azure AI Foundry by Massimo Bonan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Progettare applicazioni AI su Azure con Azure AI Found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Progettare applicazioni AI su Azure con Azure AI Foundry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61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Progettare applicazioni AI su Azure con Azure AI Foundry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Progettare applicazioni AI su Azure con Azure AI Foundry</dc:title>
  <dc:subject>Conference session: Progettare applicazioni AI su Azure con Azure AI Foundry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