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Sovranità Digitale su Azure: Strategie Architetturali tra Cloud-Native e l’Incognita del Lock-in</a:t>
            </a:r>
          </a:p>
        </p:txBody>
      </p:sp>
      <p:pic>
        <p:nvPicPr>
          <p:cNvPr id="3" name="Banner for Sovranità Digitale su Azure: Strategie Architetturali tra Cloud-Native e l’Incognita del Lock-in by Rauno De Pasqua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Sovranità Digitale su Azure: Strategie Architetturali tra Cloud-Native e l’Incognita del Lock-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Sovranità Digitale su Azure: Strategie Architetturali tra Cloud-Native e l’Incognita del Lock-in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69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Sovranità Digitale su Azure: Strategie Architetturali tra Cloud-Native e l’Incognita del Lock-in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Sovranità Digitale su Azure: Strategie Architetturali tra Cloud-Native e l’Incognita del Lock-in</dc:title>
  <dc:subject>Conference session: Sovranità Digitale su Azure: Strategie Architetturali tra Cloud-Native e l’Incognita del Lock-in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