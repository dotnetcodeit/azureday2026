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14" autoAdjust="0"/>
    <p:restoredTop sz="96320"/>
  </p:normalViewPr>
  <p:slideViewPr>
    <p:cSldViewPr snapToGrid="0">
      <p:cViewPr varScale="1">
        <p:scale>
          <a:sx n="111" d="100"/>
          <a:sy n="111" d="100"/>
        </p:scale>
        <p:origin x="285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Come usare Azure Managed Identity per accedere alle risorse e dormire sicuri</a:t>
            </a:r>
          </a:p>
        </p:txBody>
      </p:sp>
      <p:pic>
        <p:nvPicPr>
          <p:cNvPr id="3" name="Banner for Come usare Azure Managed Identity per accedere alle risorse e dormire sicuri by Stefano Mostarda" descr="12173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Come usare Azure Managed Identity per accedere alle risorse e dormire sicuri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Come usare Azure Managed Identity per accedere alle risorse e dormire sicuri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67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Come usare Azure Managed Identity per accedere alle risorse e dormire sicuri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Come usare Azure Managed Identity per accedere alle risorse e dormire sicuri</dc:title>
  <dc:subject>Conference session: Come usare Azure Managed Identity per accedere alle risorse e dormire sicuri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