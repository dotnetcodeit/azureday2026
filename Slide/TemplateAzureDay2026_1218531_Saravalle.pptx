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4"/>
    <p:sldMasterId id="2147483660" r:id="rId5"/>
    <p:sldMasterId id="2147483720" r:id="rId6"/>
    <p:sldMasterId id="2147483708" r:id="rId7"/>
    <p:sldMasterId id="2147483672" r:id="rId8"/>
    <p:sldMasterId id="2147483684" r:id="rId9"/>
  </p:sldMasterIdLst>
  <p:notesMasterIdLst>
    <p:notesMasterId r:id="rId15"/>
  </p:notesMasterIdLst>
  <p:handoutMasterIdLst>
    <p:handoutMasterId r:id="rId16"/>
  </p:handoutMasterIdLst>
  <p:sldIdLst>
    <p:sldId id="256" r:id="rId10"/>
    <p:sldId id="258" r:id="rId11"/>
    <p:sldId id="259" r:id="rId12"/>
    <p:sldId id="260" r:id="rId13"/>
    <p:sldId id="261" r:id="rId14"/>
  </p:sldIdLst>
  <p:sldSz cx="11703050" cy="6584950"/>
  <p:notesSz cx="6858000" cy="9144000"/>
  <p:defaultTextStyle>
    <a:defPPr>
      <a:defRPr lang="it-IT"/>
    </a:defPPr>
    <a:lvl1pPr marL="0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1pPr>
    <a:lvl2pPr marL="438912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2pPr>
    <a:lvl3pPr marL="877824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3pPr>
    <a:lvl4pPr marL="1316736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4pPr>
    <a:lvl5pPr marL="1755648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5pPr>
    <a:lvl6pPr marL="2194560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6pPr>
    <a:lvl7pPr marL="2633472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7pPr>
    <a:lvl8pPr marL="3072384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8pPr>
    <a:lvl9pPr marL="3511296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78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14" autoAdjust="0"/>
    <p:restoredTop sz="96320"/>
  </p:normalViewPr>
  <p:slideViewPr>
    <p:cSldViewPr snapToGrid="0">
      <p:cViewPr varScale="1">
        <p:scale>
          <a:sx n="108" d="100"/>
          <a:sy n="108" d="100"/>
        </p:scale>
        <p:origin x="4122" y="24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9764D2-8EA5-AB0A-FEEF-70BF74C167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3B19A2-64D0-48EA-48F4-6A121BF4DF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77E36-F0F1-40FE-805C-566E964594F5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C0F5DA-0430-E02C-ACFD-5644CDDD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12EA9-9014-8996-0D37-4D9BE4527B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198AF-912A-4818-B551-802BA5CEC87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5799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124E7-3EFB-8C46-B454-7579873DA342}" type="datetimeFigureOut">
              <a:rPr lang="it-IT" smtClean="0"/>
              <a:t>02/06/2026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AFB40B-5B97-3649-8EE5-BD846163E9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3883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1pPr>
    <a:lvl2pPr marL="438912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2pPr>
    <a:lvl3pPr marL="877824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3pPr>
    <a:lvl4pPr marL="1316736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4pPr>
    <a:lvl5pPr marL="1755648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5pPr>
    <a:lvl6pPr marL="2194560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6pPr>
    <a:lvl7pPr marL="2633472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7pPr>
    <a:lvl8pPr marL="3072384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8pPr>
    <a:lvl9pPr marL="3511296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banner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sponsors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vote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10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;p2">
            <a:extLst>
              <a:ext uri="{FF2B5EF4-FFF2-40B4-BE49-F238E27FC236}">
                <a16:creationId xmlns:a16="http://schemas.microsoft.com/office/drawing/2014/main" id="{73BFF0CC-1A1F-CE02-6CC7-37409CAF88E7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3229232" y="-560806"/>
            <a:ext cx="5488524" cy="213529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0161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3566365" y="2520646"/>
            <a:ext cx="7499474" cy="354154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/>
              <a:t>Session Title</a:t>
            </a:r>
            <a:endParaRPr dirty="0"/>
          </a:p>
        </p:txBody>
      </p:sp>
      <p:pic>
        <p:nvPicPr>
          <p:cNvPr id="4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2768BF0B-EC18-42A2-B7AD-CA6343F741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598" y="2791702"/>
            <a:ext cx="3656746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31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80831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781233" y="3364453"/>
            <a:ext cx="4841441" cy="636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  <a:endParaRPr kumimoji="0" lang="it-IT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Segoe UI" panose="020B0502040204020203" pitchFamily="34" charset="0"/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062252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594968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66" y="6103273"/>
            <a:ext cx="9448765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6" y="303955"/>
            <a:ext cx="10675496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5CB1FD4A-77C8-4549-A446-B69D33385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3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6402796" y="1923260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311859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5400" b="0" i="0" u="none" strike="noStrike" kern="1200" cap="none" spc="0" normalizeH="0" baseline="0" noProof="0" dirty="0">
                <a:ln>
                  <a:noFill/>
                </a:ln>
                <a:solidFill>
                  <a:srgbClr val="0B78B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THANK YOU!!!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02796" y="1928710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pic>
        <p:nvPicPr>
          <p:cNvPr id="2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7C441C78-08E4-4B75-9E79-2016E6D16E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391" y="1585194"/>
            <a:ext cx="3656746" cy="2999435"/>
          </a:xfrm>
          <a:prstGeom prst="rect">
            <a:avLst/>
          </a:prstGeom>
        </p:spPr>
      </p:pic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5E42B1C5-EC35-62BC-539E-AFCD95AF4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2837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>
              <a:defRPr/>
            </a:pPr>
            <a:r>
              <a:rPr lang="it-IT" sz="1800">
                <a:solidFill>
                  <a:prstClr val="black"/>
                </a:solidFill>
              </a:rPr>
              <a:t>#AzureDayRome</a:t>
            </a:r>
            <a:endParaRPr lang="it-IT" sz="1800" dirty="0">
              <a:solidFill>
                <a:prstClr val="black"/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/>
          <a:lstStyle/>
          <a:p>
            <a:pPr defTabSz="914400">
              <a:defRPr/>
            </a:pPr>
            <a:endParaRPr lang="it-IT" sz="1800">
              <a:solidFill>
                <a:prstClr val="black"/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0B78BD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8831" r="30600"/>
          <a:stretch/>
        </p:blipFill>
        <p:spPr>
          <a:xfrm>
            <a:off x="0" y="0"/>
            <a:ext cx="2282095" cy="6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6A4069-F726-4503-98B9-94A133FC0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99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579632" y="3851575"/>
            <a:ext cx="10486207" cy="2210619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DEMO</a:t>
            </a:r>
            <a:endParaRPr dirty="0"/>
          </a:p>
        </p:txBody>
      </p:sp>
      <p:pic>
        <p:nvPicPr>
          <p:cNvPr id="2" name="Immagine 4">
            <a:extLst>
              <a:ext uri="{FF2B5EF4-FFF2-40B4-BE49-F238E27FC236}">
                <a16:creationId xmlns:a16="http://schemas.microsoft.com/office/drawing/2014/main" id="{A3365441-1B3A-1755-3788-55A01EC64D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678" y="649709"/>
            <a:ext cx="3668935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762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521669" y="1"/>
            <a:ext cx="10486207" cy="1333556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DEMO</a:t>
            </a:r>
            <a:endParaRPr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8537247-C30E-30BD-52E0-32A970D255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82" y="501019"/>
            <a:ext cx="10682581" cy="55829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6307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34FBF1-8022-4793-BD04-5A3F2FAB2B51}"/>
              </a:ext>
            </a:extLst>
          </p:cNvPr>
          <p:cNvSpPr txBox="1"/>
          <p:nvPr userDrawn="1"/>
        </p:nvSpPr>
        <p:spPr>
          <a:xfrm>
            <a:off x="809688" y="159465"/>
            <a:ext cx="1008367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267" b="1" i="0" u="none" strike="noStrike" kern="1200" cap="none" spc="0" normalizeH="0" baseline="0" noProof="0" dirty="0">
                <a:ln>
                  <a:noFill/>
                </a:ln>
                <a:solidFill>
                  <a:srgbClr val="0B78BD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Thanks to</a:t>
            </a:r>
          </a:p>
        </p:txBody>
      </p:sp>
      <p:pic>
        <p:nvPicPr>
          <p:cNvPr id="21" name="Immagine 20" descr="Immagine che contiene testo, bigliettodavisita, grafica vettoriale&#10;&#10;Descrizione generata automaticamente">
            <a:extLst>
              <a:ext uri="{FF2B5EF4-FFF2-40B4-BE49-F238E27FC236}">
                <a16:creationId xmlns:a16="http://schemas.microsoft.com/office/drawing/2014/main" id="{C8E6F388-7C62-4230-8DC6-8218AD2A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46" y="5518736"/>
            <a:ext cx="793216" cy="793455"/>
          </a:xfrm>
          <a:prstGeom prst="rect">
            <a:avLst/>
          </a:prstGeom>
        </p:spPr>
      </p:pic>
      <p:pic>
        <p:nvPicPr>
          <p:cNvPr id="11" name="Immagine 10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2BC806B2-3C63-4BEF-AAE6-CFCC7F13DA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970" y="5653052"/>
            <a:ext cx="572481" cy="57265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CBCB05-3F96-488C-A71D-1C49D39D01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498" y="5511226"/>
            <a:ext cx="1417386" cy="708907"/>
          </a:xfrm>
          <a:prstGeom prst="rect">
            <a:avLst/>
          </a:prstGeo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E65E49AD-ED5A-CFAD-5BC8-67CD236B3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482" y="-1688764"/>
            <a:ext cx="10093881" cy="1272786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Sponsor</a:t>
            </a:r>
          </a:p>
        </p:txBody>
      </p:sp>
      <p:pic>
        <p:nvPicPr>
          <p:cNvPr id="17" name="Picture 16" descr="A logo with blue squares and arrow&#10;&#10;AI-generated content may be incorrect.">
            <a:extLst>
              <a:ext uri="{FF2B5EF4-FFF2-40B4-BE49-F238E27FC236}">
                <a16:creationId xmlns:a16="http://schemas.microsoft.com/office/drawing/2014/main" id="{28290EA6-4AC8-E19E-72D5-68B12BA7C5D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528" y="4211640"/>
            <a:ext cx="2437994" cy="1219365"/>
          </a:xfrm>
          <a:prstGeom prst="rect">
            <a:avLst/>
          </a:prstGeom>
        </p:spPr>
      </p:pic>
      <p:pic>
        <p:nvPicPr>
          <p:cNvPr id="27" name="Picture 26" descr="A close-up of a logo&#10;&#10;AI-generated content may be incorrect.">
            <a:extLst>
              <a:ext uri="{FF2B5EF4-FFF2-40B4-BE49-F238E27FC236}">
                <a16:creationId xmlns:a16="http://schemas.microsoft.com/office/drawing/2014/main" id="{4818B737-1FD9-9942-3124-6118629845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87" y="805632"/>
            <a:ext cx="4384496" cy="2192908"/>
          </a:xfrm>
          <a:prstGeom prst="rect">
            <a:avLst/>
          </a:prstGeom>
        </p:spPr>
      </p:pic>
      <p:pic>
        <p:nvPicPr>
          <p:cNvPr id="2" name="Immagine 1" descr="Key2 Next">
            <a:extLst>
              <a:ext uri="{FF2B5EF4-FFF2-40B4-BE49-F238E27FC236}">
                <a16:creationId xmlns:a16="http://schemas.microsoft.com/office/drawing/2014/main" id="{A67F58DB-A7F0-61B8-D55B-B7426F47229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027098" y="2323997"/>
            <a:ext cx="3648853" cy="1824427"/>
          </a:xfrm>
          <a:prstGeom prst="rect">
            <a:avLst/>
          </a:prstGeom>
        </p:spPr>
      </p:pic>
      <p:pic>
        <p:nvPicPr>
          <p:cNvPr id="3" name="Immagine 2" descr="Relatech">
            <a:extLst>
              <a:ext uri="{FF2B5EF4-FFF2-40B4-BE49-F238E27FC236}">
                <a16:creationId xmlns:a16="http://schemas.microsoft.com/office/drawing/2014/main" id="{FA1C5DEE-35BB-87FD-1194-0015C53182C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508869" y="701109"/>
            <a:ext cx="4189974" cy="209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8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881" y="1536488"/>
            <a:ext cx="9847281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881" y="4171231"/>
            <a:ext cx="9847281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480192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627681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667579"/>
            <a:ext cx="9755328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4413736"/>
            <a:ext cx="9755328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02962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2738" y="1752938"/>
            <a:ext cx="452403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0583" y="1752938"/>
            <a:ext cx="468957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005686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4834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121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3121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428788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865327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9294525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524445"/>
            <a:ext cx="3774538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925" y="1524445"/>
            <a:ext cx="5705237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4" y="2766179"/>
            <a:ext cx="3774538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6929632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454960"/>
            <a:ext cx="3774538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30314" y="1454961"/>
            <a:ext cx="5579847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3" y="2651444"/>
            <a:ext cx="3774538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1152239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755338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0529326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8B8F9-757B-1E06-4FF8-D4960D0C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B2FF8-2CE8-5AAB-F0D6-A6945DBC9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8B9AC-A009-CAC9-BBAB-66B4EF896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416108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645" y="1536488"/>
            <a:ext cx="10756517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644" y="4171231"/>
            <a:ext cx="10756517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788123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151154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667579"/>
            <a:ext cx="10756517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5" y="4413736"/>
            <a:ext cx="10756517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5268416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8428" y="1752938"/>
            <a:ext cx="4924000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6162" y="1752938"/>
            <a:ext cx="4924000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2310103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4" y="1607545"/>
            <a:ext cx="5009805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3644" y="2405336"/>
            <a:ext cx="500980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0357" y="1614228"/>
            <a:ext cx="5009805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0357" y="2405336"/>
            <a:ext cx="500980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661269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83397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524445"/>
            <a:ext cx="4186090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9372" y="1524445"/>
            <a:ext cx="5980790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645" y="2766179"/>
            <a:ext cx="4186090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79FE1DD2-21EE-470A-9002-2A465A11EC14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2041257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467255"/>
            <a:ext cx="4186090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940" y="1454961"/>
            <a:ext cx="5787222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645" y="2695922"/>
            <a:ext cx="4186090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FFE944BF-EBE0-41F2-8211-C03DD2ED131E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7116813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900382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4930921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881" y="1536488"/>
            <a:ext cx="9847281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881" y="4171231"/>
            <a:ext cx="9847281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8480298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7773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667579"/>
            <a:ext cx="9755328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4413736"/>
            <a:ext cx="9755328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4291266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2738" y="1752938"/>
            <a:ext cx="452403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0583" y="1752938"/>
            <a:ext cx="468957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22485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4834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121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3121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41675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676887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2777D80-3793-46C5-9B6B-BF992CAF3CCE}"/>
              </a:ext>
            </a:extLst>
          </p:cNvPr>
          <p:cNvSpPr/>
          <p:nvPr userDrawn="1"/>
        </p:nvSpPr>
        <p:spPr>
          <a:xfrm>
            <a:off x="0" y="5948555"/>
            <a:ext cx="11703050" cy="636394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#AzureDayRome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796267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524445"/>
            <a:ext cx="3774538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925" y="1524445"/>
            <a:ext cx="5705237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4" y="2766179"/>
            <a:ext cx="3774538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268869528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454960"/>
            <a:ext cx="3774538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30314" y="1454961"/>
            <a:ext cx="5579847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3" y="2651444"/>
            <a:ext cx="3774538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8679466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32879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7620568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334" y="1536488"/>
            <a:ext cx="8789827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0335" y="4171231"/>
            <a:ext cx="8789826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2520334" y="303955"/>
            <a:ext cx="87898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589536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597384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1667579"/>
            <a:ext cx="8789827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4413736"/>
            <a:ext cx="8789827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68324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20336" y="1762433"/>
            <a:ext cx="4150402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9759" y="1752938"/>
            <a:ext cx="4150402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58700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1597897"/>
            <a:ext cx="4025014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20335" y="2427002"/>
            <a:ext cx="402501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85148" y="1614228"/>
            <a:ext cx="4025014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85148" y="2405336"/>
            <a:ext cx="4025013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4" y="303955"/>
            <a:ext cx="87898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9003091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72352017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7281375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1524445"/>
            <a:ext cx="3448220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3681" y="1524445"/>
            <a:ext cx="4936481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20335" y="2760407"/>
            <a:ext cx="3448220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191508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6" y="1422777"/>
            <a:ext cx="3331190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44726" y="1422777"/>
            <a:ext cx="4965436" cy="420491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20336" y="2631279"/>
            <a:ext cx="3331190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3925617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03812426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520335" y="1492588"/>
            <a:ext cx="6266357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05963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7728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Speaker Intro 2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3566365" y="2520646"/>
            <a:ext cx="7499474" cy="354154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/>
              <a:t>Session Title</a:t>
            </a:r>
            <a:endParaRPr dirty="0"/>
          </a:p>
        </p:txBody>
      </p:sp>
      <p:pic>
        <p:nvPicPr>
          <p:cNvPr id="4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2768BF0B-EC18-42A2-B7AD-CA6343F741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598" y="2791702"/>
            <a:ext cx="3656746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0189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37931" y="5038330"/>
            <a:ext cx="12578914" cy="1546619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</p:spTree>
    <p:extLst>
      <p:ext uri="{BB962C8B-B14F-4D97-AF65-F5344CB8AC3E}">
        <p14:creationId xmlns:p14="http://schemas.microsoft.com/office/powerpoint/2010/main" val="314767899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89049" y="3039209"/>
            <a:ext cx="12330032" cy="354574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400" dirty="0">
                <a:solidFill>
                  <a:srgbClr val="0B78BD"/>
                </a:solidFill>
              </a:rPr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02103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602448" y="1256205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4980924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5400" b="0" dirty="0">
              <a:solidFill>
                <a:srgbClr val="0B78BD"/>
              </a:solidFill>
              <a:latin typeface="+mn-lt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02449" y="1256205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4602447" y="3579510"/>
            <a:ext cx="2498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45564709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8727741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781233" y="3364453"/>
            <a:ext cx="4841441" cy="636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 sz="4400">
                <a:solidFill>
                  <a:schemeClr val="bg1"/>
                </a:solidFill>
              </a:rPr>
              <a:t>Agenda</a:t>
            </a:r>
            <a:endParaRPr lang="it-IT" sz="4400" dirty="0">
              <a:solidFill>
                <a:schemeClr val="bg1"/>
              </a:solidFill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40048477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7923861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66" y="6103273"/>
            <a:ext cx="9448765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6" y="303955"/>
            <a:ext cx="10675496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AGENDA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5CB1FD4A-77C8-4549-A446-B69D33385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30084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4606949" y="1815468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311859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5400" b="0" dirty="0">
                <a:solidFill>
                  <a:srgbClr val="0B78BD"/>
                </a:solidFill>
                <a:latin typeface="+mn-lt"/>
              </a:rPr>
              <a:t>Session Title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06949" y="1820918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5D74D9-99C3-442C-94A0-2256DCB3A8AD}"/>
              </a:ext>
            </a:extLst>
          </p:cNvPr>
          <p:cNvSpPr txBox="1"/>
          <p:nvPr userDrawn="1"/>
        </p:nvSpPr>
        <p:spPr>
          <a:xfrm>
            <a:off x="4606949" y="4264489"/>
            <a:ext cx="2498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Please Vote</a:t>
            </a:r>
          </a:p>
        </p:txBody>
      </p:sp>
    </p:spTree>
    <p:extLst>
      <p:ext uri="{BB962C8B-B14F-4D97-AF65-F5344CB8AC3E}">
        <p14:creationId xmlns:p14="http://schemas.microsoft.com/office/powerpoint/2010/main" val="79881237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0B78BD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8831" r="30600"/>
          <a:stretch/>
        </p:blipFill>
        <p:spPr>
          <a:xfrm>
            <a:off x="0" y="0"/>
            <a:ext cx="2282095" cy="6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6A4069-F726-4503-98B9-94A133FC0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37751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35" y="698935"/>
            <a:ext cx="10682581" cy="55829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4650" y="303103"/>
            <a:ext cx="889013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0497279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4650" y="303103"/>
            <a:ext cx="889013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3D0796F-BFCB-4198-B194-80E21C27AA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250" y="1792758"/>
            <a:ext cx="3668935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3919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34FBF1-8022-4793-BD04-5A3F2FAB2B51}"/>
              </a:ext>
            </a:extLst>
          </p:cNvPr>
          <p:cNvSpPr txBox="1"/>
          <p:nvPr userDrawn="1"/>
        </p:nvSpPr>
        <p:spPr>
          <a:xfrm>
            <a:off x="809688" y="159465"/>
            <a:ext cx="1008367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267" b="1" dirty="0">
                <a:solidFill>
                  <a:srgbClr val="0B78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Thanks to</a:t>
            </a:r>
          </a:p>
        </p:txBody>
      </p:sp>
      <p:pic>
        <p:nvPicPr>
          <p:cNvPr id="21" name="Immagine 20" descr="Immagine che contiene testo, bigliettodavisita, grafica vettoriale&#10;&#10;Descrizione generata automaticamente">
            <a:extLst>
              <a:ext uri="{FF2B5EF4-FFF2-40B4-BE49-F238E27FC236}">
                <a16:creationId xmlns:a16="http://schemas.microsoft.com/office/drawing/2014/main" id="{C8E6F388-7C62-4230-8DC6-8218AD2A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46" y="5100336"/>
            <a:ext cx="1007558" cy="1007861"/>
          </a:xfrm>
          <a:prstGeom prst="rect">
            <a:avLst/>
          </a:prstGeom>
        </p:spPr>
      </p:pic>
      <p:pic>
        <p:nvPicPr>
          <p:cNvPr id="11" name="Immagine 10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2BC806B2-3C63-4BEF-AAE6-CFCC7F13DA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970" y="5234652"/>
            <a:ext cx="727175" cy="72739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CBCB05-3F96-488C-A71D-1C49D39D01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498" y="5092826"/>
            <a:ext cx="1800388" cy="900466"/>
          </a:xfrm>
          <a:prstGeom prst="rect">
            <a:avLst/>
          </a:prstGeo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E65E49AD-ED5A-CFAD-5BC8-67CD236B3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482" y="-1688764"/>
            <a:ext cx="10093881" cy="1272786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Sponsor</a:t>
            </a:r>
          </a:p>
        </p:txBody>
      </p:sp>
      <p:pic>
        <p:nvPicPr>
          <p:cNvPr id="15" name="Picture 14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0CD309AC-1421-4142-D487-9716414B5AD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202" y="959423"/>
            <a:ext cx="5591530" cy="2796608"/>
          </a:xfrm>
          <a:prstGeom prst="rect">
            <a:avLst/>
          </a:prstGeom>
        </p:spPr>
      </p:pic>
      <p:pic>
        <p:nvPicPr>
          <p:cNvPr id="17" name="Picture 16" descr="A logo with blue squares and arrow&#10;&#10;AI-generated content may be incorrect.">
            <a:extLst>
              <a:ext uri="{FF2B5EF4-FFF2-40B4-BE49-F238E27FC236}">
                <a16:creationId xmlns:a16="http://schemas.microsoft.com/office/drawing/2014/main" id="{28290EA6-4AC8-E19E-72D5-68B12BA7C5D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69" y="3586410"/>
            <a:ext cx="2437994" cy="1219365"/>
          </a:xfrm>
          <a:prstGeom prst="rect">
            <a:avLst/>
          </a:prstGeom>
        </p:spPr>
      </p:pic>
      <p:pic>
        <p:nvPicPr>
          <p:cNvPr id="19" name="Picture 18" descr="A black and blue logo&#10;&#10;AI-generated content may be incorrect.">
            <a:extLst>
              <a:ext uri="{FF2B5EF4-FFF2-40B4-BE49-F238E27FC236}">
                <a16:creationId xmlns:a16="http://schemas.microsoft.com/office/drawing/2014/main" id="{29271295-7C7D-8AE3-7BE8-26129B1408A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672" y="3586410"/>
            <a:ext cx="2437995" cy="1219365"/>
          </a:xfrm>
          <a:prstGeom prst="rect">
            <a:avLst/>
          </a:prstGeom>
        </p:spPr>
      </p:pic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5BE7DA4-CDAD-3030-9AA8-267F20AA785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371" y="3586410"/>
            <a:ext cx="2437994" cy="1219365"/>
          </a:xfrm>
          <a:prstGeom prst="rect">
            <a:avLst/>
          </a:prstGeom>
        </p:spPr>
      </p:pic>
      <p:pic>
        <p:nvPicPr>
          <p:cNvPr id="25" name="Picture 24" descr="A logo with blue and black text&#10;&#10;AI-generated content may be incorrect.">
            <a:extLst>
              <a:ext uri="{FF2B5EF4-FFF2-40B4-BE49-F238E27FC236}">
                <a16:creationId xmlns:a16="http://schemas.microsoft.com/office/drawing/2014/main" id="{46212FD0-D82E-663C-D3AD-25B42444C9A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974" y="3586409"/>
            <a:ext cx="2437995" cy="1219365"/>
          </a:xfrm>
          <a:prstGeom prst="rect">
            <a:avLst/>
          </a:prstGeom>
        </p:spPr>
      </p:pic>
      <p:pic>
        <p:nvPicPr>
          <p:cNvPr id="27" name="Picture 26" descr="A close-up of a logo&#10;&#10;AI-generated content may be incorrect.">
            <a:extLst>
              <a:ext uri="{FF2B5EF4-FFF2-40B4-BE49-F238E27FC236}">
                <a16:creationId xmlns:a16="http://schemas.microsoft.com/office/drawing/2014/main" id="{4818B737-1FD9-9942-3124-6118629845A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66" y="1118154"/>
            <a:ext cx="4956795" cy="247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511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7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53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3" r:id="rId9"/>
    <p:sldLayoutId id="2147483764" r:id="rId10"/>
    <p:sldLayoutId id="21474837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261834"/>
            <a:ext cx="975532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91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73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1"/>
            <a:ext cx="11703050" cy="1148145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5" y="1261834"/>
            <a:ext cx="1075651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3645" y="6103273"/>
            <a:ext cx="9529786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7527"/>
            <a:ext cx="1165323" cy="116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4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7" r:id="rId6"/>
    <p:sldLayoutId id="2147483728" r:id="rId7"/>
    <p:sldLayoutId id="2147483729" r:id="rId8"/>
    <p:sldLayoutId id="2147483730" r:id="rId9"/>
    <p:sldLayoutId id="214748373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261834"/>
            <a:ext cx="975532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C7B11A8-B49B-4B10-A7C4-40A2FA2540E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0" y="106049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2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226955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1261834"/>
            <a:ext cx="8789827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89" y="17529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9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4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0" r:id="rId2"/>
    <p:sldLayoutId id="2147483701" r:id="rId3"/>
    <p:sldLayoutId id="2147483702" r:id="rId4"/>
    <p:sldLayoutId id="2147483685" r:id="rId5"/>
    <p:sldLayoutId id="2147483703" r:id="rId6"/>
    <p:sldLayoutId id="2147483705" r:id="rId7"/>
    <p:sldLayoutId id="2147483704" r:id="rId8"/>
    <p:sldLayoutId id="2147483707" r:id="rId9"/>
    <p:sldLayoutId id="2147483697" r:id="rId10"/>
    <p:sldLayoutId id="2147483706" r:id="rId11"/>
    <p:sldLayoutId id="2147483698" r:id="rId12"/>
    <p:sldLayoutId id="2147483732" r:id="rId13"/>
    <p:sldLayoutId id="214748369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Banner - Economia degli agenti AI: valore, rischio e grado ottimale di autonomia su Azure</a:t>
            </a:r>
          </a:p>
        </p:txBody>
      </p:sp>
      <p:pic>
        <p:nvPicPr>
          <p:cNvPr id="3" name="Banner for Economia degli agenti AI: valore, rischio e grado ottimale di autonomia su Azure by Andrea Saraval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1703553" cy="6584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R Code for voting on Economia degli agenti AI: valore, rischio e grado ottimale di autonomia su Azu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3500" b="3500"/>
          <a:stretch>
            <a:fillRect/>
          </a:stretch>
        </p:blipFill>
        <p:spPr/>
      </p:pic>
      <p:sp>
        <p:nvSpPr>
          <p:cNvPr id="3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Economia degli agenti AI: valore, rischio e grado ottimale di autonomia su Azure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m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m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2C31F1-2B60-498B-97F0-D1FDB6AF853A}">
  <ds:schemaRefs>
    <ds:schemaRef ds:uri="http://schemas.microsoft.com/office/2006/metadata/properties"/>
    <ds:schemaRef ds:uri="http://schemas.microsoft.com/office/infopath/2007/PartnerControls"/>
    <ds:schemaRef ds:uri="cef5da91-0831-42fa-860c-d84acea2b669"/>
    <ds:schemaRef ds:uri="d8121912-130d-4688-8a96-8cf2c237709c"/>
  </ds:schemaRefs>
</ds:datastoreItem>
</file>

<file path=customXml/itemProps2.xml><?xml version="1.0" encoding="utf-8"?>
<ds:datastoreItem xmlns:ds="http://schemas.openxmlformats.org/officeDocument/2006/customXml" ds:itemID="{2CC49BA8-1D2E-4FF2-8E9E-8E91853D59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A8BFCE-5DAA-4E65-8EC3-6DC152FDE6F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73</Words>
  <Application>Microsoft Office PowerPoint</Application>
  <PresentationFormat>Personalizzato</PresentationFormat>
  <Paragraphs>11</Paragraphs>
  <Slides>5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6</vt:i4>
      </vt:variant>
      <vt:variant>
        <vt:lpstr>Titoli diapositive</vt:lpstr>
      </vt:variant>
      <vt:variant>
        <vt:i4>5</vt:i4>
      </vt:variant>
    </vt:vector>
  </HeadingPairs>
  <TitlesOfParts>
    <vt:vector size="15" baseType="lpstr">
      <vt:lpstr>Aptos</vt:lpstr>
      <vt:lpstr>Arial</vt:lpstr>
      <vt:lpstr>Calibri</vt:lpstr>
      <vt:lpstr>Segoe UI</vt:lpstr>
      <vt:lpstr>1_Demo</vt:lpstr>
      <vt:lpstr>1_Tema di Office</vt:lpstr>
      <vt:lpstr>4_Tema di Office</vt:lpstr>
      <vt:lpstr>3_Tema di Office</vt:lpstr>
      <vt:lpstr>2_Tema di Office</vt:lpstr>
      <vt:lpstr>Demo</vt:lpstr>
      <vt:lpstr>Session Banner - Economia degli agenti AI: valore, rischio e grado ottimale di autonomia su Azure</vt:lpstr>
      <vt:lpstr>Event Sponsors</vt:lpstr>
      <vt:lpstr>Demo</vt:lpstr>
      <vt:lpstr>Questions &amp; Discussion</vt:lpstr>
      <vt:lpstr>Please Vote for This 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Economia degli agenti AI: valore, rischio e grado ottimale di autonomia su Azure</dc:title>
  <dc:subject>Conference session: Economia degli agenti AI: valore, rischio e grado ottimale di autonomia su Azure</dc:subject>
  <dc:creator>Congiu Luca</dc:creator>
  <cp:lastModifiedBy>Ivan Persiani</cp:lastModifiedBy>
  <cp:revision>44</cp:revision>
  <dcterms:created xsi:type="dcterms:W3CDTF">2019-05-12T19:24:58Z</dcterms:created>
  <dcterms:modified xsi:type="dcterms:W3CDTF">2026-06-02T06:37:19Z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</Properties>
</file>