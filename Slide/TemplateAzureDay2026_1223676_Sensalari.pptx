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Dagli utenti agli agenti AI: come Entra ID e Agent 365 stanno ridefinendo l’identità nel cloud</a:t>
            </a:r>
          </a:p>
        </p:txBody>
      </p:sp>
      <p:pic>
        <p:nvPicPr>
          <p:cNvPr id="3" name="Banner for Dagli utenti agli agenti AI: come Entra ID e Agent 365 stanno ridefinendo l’identità nel cloud by Michele Sensalar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553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Dagli utenti agli agenti AI: come Entra ID e Agent 365 stanno ridefinendo l’identità nel clou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Dagli utenti agli agenti AI: come Entra ID e Agent 365 stanno ridefinendo l’identità nel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77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Dagli utenti agli agenti AI: come Entra ID e Agent 365 stanno ridefinendo l’identità nel cloud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Dagli utenti agli agenti AI: come Entra ID e Agent 365 stanno ridefinendo l’identità nel cloud</dc:title>
  <dc:subject>Conference session: Dagli utenti agli agenti AI: come Entra ID e Agent 365 stanno ridefinendo l’identità nel cloud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