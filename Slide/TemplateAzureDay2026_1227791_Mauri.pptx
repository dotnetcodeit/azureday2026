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From automation to transformAItion: how Azure SRE Agent redefines Cloud Operations</a:t>
            </a:r>
          </a:p>
        </p:txBody>
      </p:sp>
      <p:pic>
        <p:nvPicPr>
          <p:cNvPr id="3" name="Banner for From automation to transformAItion: how Azure SRE Agent redefines Cloud Operations by Giulia Mauri, Stefano Zegl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050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From automation to transformAItion: how Azure SRE Agent redefines Cloud Operation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From automation to transformAItion: how Azure SRE Agent redefines Cloud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67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From automation to transformAItion: how Azure SRE Agent redefines Cloud Operations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From automation to transformAItion: how Azure SRE Agent redefines Cloud Operations</dc:title>
  <dc:subject>Conference session: From automation to transformAItion: how Azure SRE Agent redefines Cloud Operations</dc:subject>
  <dc:creator>Congiu Luca</dc:creator>
  <cp:lastModifiedBy>Ivan Persiani</cp:lastModifiedBy>
  <cp:revision>45</cp:revision>
  <dcterms:created xsi:type="dcterms:W3CDTF">2019-05-12T19:24:58Z</dcterms:created>
  <dcterms:modified xsi:type="dcterms:W3CDTF">2026-06-02T06:34:25Z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