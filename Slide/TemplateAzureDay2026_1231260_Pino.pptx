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8" r:id="rId4"/>
    <p:sldMasterId id="2147483660" r:id="rId5"/>
    <p:sldMasterId id="2147483720" r:id="rId6"/>
    <p:sldMasterId id="2147483708" r:id="rId7"/>
    <p:sldMasterId id="2147483672" r:id="rId8"/>
    <p:sldMasterId id="2147483684" r:id="rId9"/>
  </p:sldMasterIdLst>
  <p:notesMasterIdLst>
    <p:notesMasterId r:id="rId15"/>
  </p:notesMasterIdLst>
  <p:handoutMasterIdLst>
    <p:handoutMasterId r:id="rId16"/>
  </p:handoutMasterIdLst>
  <p:sldIdLst>
    <p:sldId id="256" r:id="rId10"/>
    <p:sldId id="258" r:id="rId11"/>
    <p:sldId id="259" r:id="rId12"/>
    <p:sldId id="260" r:id="rId13"/>
    <p:sldId id="261" r:id="rId14"/>
  </p:sldIdLst>
  <p:sldSz cx="11703050" cy="6584950"/>
  <p:notesSz cx="6858000" cy="9144000"/>
  <p:defaultTextStyle>
    <a:defPPr>
      <a:defRPr lang="it-IT"/>
    </a:defPPr>
    <a:lvl1pPr marL="0" algn="l" defTabSz="877824" rtl="0" eaLnBrk="1" latinLnBrk="0" hangingPunct="1">
      <a:defRPr sz="1728" kern="1200">
        <a:solidFill>
          <a:schemeClr val="tx1"/>
        </a:solidFill>
        <a:latin typeface="+mn-lt"/>
        <a:ea typeface="+mn-ea"/>
        <a:cs typeface="+mn-cs"/>
      </a:defRPr>
    </a:lvl1pPr>
    <a:lvl2pPr marL="438912" algn="l" defTabSz="877824" rtl="0" eaLnBrk="1" latinLnBrk="0" hangingPunct="1">
      <a:defRPr sz="1728" kern="1200">
        <a:solidFill>
          <a:schemeClr val="tx1"/>
        </a:solidFill>
        <a:latin typeface="+mn-lt"/>
        <a:ea typeface="+mn-ea"/>
        <a:cs typeface="+mn-cs"/>
      </a:defRPr>
    </a:lvl2pPr>
    <a:lvl3pPr marL="877824" algn="l" defTabSz="877824" rtl="0" eaLnBrk="1" latinLnBrk="0" hangingPunct="1">
      <a:defRPr sz="1728" kern="1200">
        <a:solidFill>
          <a:schemeClr val="tx1"/>
        </a:solidFill>
        <a:latin typeface="+mn-lt"/>
        <a:ea typeface="+mn-ea"/>
        <a:cs typeface="+mn-cs"/>
      </a:defRPr>
    </a:lvl3pPr>
    <a:lvl4pPr marL="1316736" algn="l" defTabSz="877824" rtl="0" eaLnBrk="1" latinLnBrk="0" hangingPunct="1">
      <a:defRPr sz="1728" kern="1200">
        <a:solidFill>
          <a:schemeClr val="tx1"/>
        </a:solidFill>
        <a:latin typeface="+mn-lt"/>
        <a:ea typeface="+mn-ea"/>
        <a:cs typeface="+mn-cs"/>
      </a:defRPr>
    </a:lvl4pPr>
    <a:lvl5pPr marL="1755648" algn="l" defTabSz="877824" rtl="0" eaLnBrk="1" latinLnBrk="0" hangingPunct="1">
      <a:defRPr sz="1728" kern="1200">
        <a:solidFill>
          <a:schemeClr val="tx1"/>
        </a:solidFill>
        <a:latin typeface="+mn-lt"/>
        <a:ea typeface="+mn-ea"/>
        <a:cs typeface="+mn-cs"/>
      </a:defRPr>
    </a:lvl5pPr>
    <a:lvl6pPr marL="2194560" algn="l" defTabSz="877824" rtl="0" eaLnBrk="1" latinLnBrk="0" hangingPunct="1">
      <a:defRPr sz="1728" kern="1200">
        <a:solidFill>
          <a:schemeClr val="tx1"/>
        </a:solidFill>
        <a:latin typeface="+mn-lt"/>
        <a:ea typeface="+mn-ea"/>
        <a:cs typeface="+mn-cs"/>
      </a:defRPr>
    </a:lvl6pPr>
    <a:lvl7pPr marL="2633472" algn="l" defTabSz="877824" rtl="0" eaLnBrk="1" latinLnBrk="0" hangingPunct="1">
      <a:defRPr sz="1728" kern="1200">
        <a:solidFill>
          <a:schemeClr val="tx1"/>
        </a:solidFill>
        <a:latin typeface="+mn-lt"/>
        <a:ea typeface="+mn-ea"/>
        <a:cs typeface="+mn-cs"/>
      </a:defRPr>
    </a:lvl7pPr>
    <a:lvl8pPr marL="3072384" algn="l" defTabSz="877824" rtl="0" eaLnBrk="1" latinLnBrk="0" hangingPunct="1">
      <a:defRPr sz="1728" kern="1200">
        <a:solidFill>
          <a:schemeClr val="tx1"/>
        </a:solidFill>
        <a:latin typeface="+mn-lt"/>
        <a:ea typeface="+mn-ea"/>
        <a:cs typeface="+mn-cs"/>
      </a:defRPr>
    </a:lvl8pPr>
    <a:lvl9pPr marL="3511296" algn="l" defTabSz="877824" rtl="0" eaLnBrk="1" latinLnBrk="0" hangingPunct="1">
      <a:defRPr sz="1728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B78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914" autoAdjust="0"/>
    <p:restoredTop sz="96320"/>
  </p:normalViewPr>
  <p:slideViewPr>
    <p:cSldViewPr snapToGrid="0">
      <p:cViewPr varScale="1">
        <p:scale>
          <a:sx n="108" d="100"/>
          <a:sy n="108" d="100"/>
        </p:scale>
        <p:origin x="4122" y="24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91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4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3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2.xml"/><Relationship Id="rId5" Type="http://schemas.openxmlformats.org/officeDocument/2006/relationships/slideMaster" Target="slideMasters/slideMaster2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1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49764D2-8EA5-AB0A-FEEF-70BF74C167F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3B19A2-64D0-48EA-48F4-6A121BF4DF5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177E36-F0F1-40FE-805C-566E964594F5}" type="datetimeFigureOut">
              <a:rPr lang="en-GB" smtClean="0"/>
              <a:t>02/06/2026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C0F5DA-0430-E02C-ACFD-5644CDDDD6F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912EA9-9014-8996-0D37-4D9BE4527B8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D198AF-912A-4818-B551-802BA5CEC87A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65799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3124E7-3EFB-8C46-B454-7579873DA342}" type="datetimeFigureOut">
              <a:rPr lang="it-IT" smtClean="0"/>
              <a:t>02/06/2026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7388" y="1143000"/>
            <a:ext cx="5483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AFB40B-5B97-3649-8EE5-BD846163E95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83883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77824" rtl="0" eaLnBrk="1" latinLnBrk="0" hangingPunct="1">
      <a:defRPr sz="1152" kern="1200">
        <a:solidFill>
          <a:schemeClr val="tx1"/>
        </a:solidFill>
        <a:latin typeface="+mn-lt"/>
        <a:ea typeface="+mn-ea"/>
        <a:cs typeface="+mn-cs"/>
      </a:defRPr>
    </a:lvl1pPr>
    <a:lvl2pPr marL="438912" algn="l" defTabSz="877824" rtl="0" eaLnBrk="1" latinLnBrk="0" hangingPunct="1">
      <a:defRPr sz="1152" kern="1200">
        <a:solidFill>
          <a:schemeClr val="tx1"/>
        </a:solidFill>
        <a:latin typeface="+mn-lt"/>
        <a:ea typeface="+mn-ea"/>
        <a:cs typeface="+mn-cs"/>
      </a:defRPr>
    </a:lvl2pPr>
    <a:lvl3pPr marL="877824" algn="l" defTabSz="877824" rtl="0" eaLnBrk="1" latinLnBrk="0" hangingPunct="1">
      <a:defRPr sz="1152" kern="1200">
        <a:solidFill>
          <a:schemeClr val="tx1"/>
        </a:solidFill>
        <a:latin typeface="+mn-lt"/>
        <a:ea typeface="+mn-ea"/>
        <a:cs typeface="+mn-cs"/>
      </a:defRPr>
    </a:lvl3pPr>
    <a:lvl4pPr marL="1316736" algn="l" defTabSz="877824" rtl="0" eaLnBrk="1" latinLnBrk="0" hangingPunct="1">
      <a:defRPr sz="1152" kern="1200">
        <a:solidFill>
          <a:schemeClr val="tx1"/>
        </a:solidFill>
        <a:latin typeface="+mn-lt"/>
        <a:ea typeface="+mn-ea"/>
        <a:cs typeface="+mn-cs"/>
      </a:defRPr>
    </a:lvl4pPr>
    <a:lvl5pPr marL="1755648" algn="l" defTabSz="877824" rtl="0" eaLnBrk="1" latinLnBrk="0" hangingPunct="1">
      <a:defRPr sz="1152" kern="1200">
        <a:solidFill>
          <a:schemeClr val="tx1"/>
        </a:solidFill>
        <a:latin typeface="+mn-lt"/>
        <a:ea typeface="+mn-ea"/>
        <a:cs typeface="+mn-cs"/>
      </a:defRPr>
    </a:lvl5pPr>
    <a:lvl6pPr marL="2194560" algn="l" defTabSz="877824" rtl="0" eaLnBrk="1" latinLnBrk="0" hangingPunct="1">
      <a:defRPr sz="1152" kern="1200">
        <a:solidFill>
          <a:schemeClr val="tx1"/>
        </a:solidFill>
        <a:latin typeface="+mn-lt"/>
        <a:ea typeface="+mn-ea"/>
        <a:cs typeface="+mn-cs"/>
      </a:defRPr>
    </a:lvl6pPr>
    <a:lvl7pPr marL="2633472" algn="l" defTabSz="877824" rtl="0" eaLnBrk="1" latinLnBrk="0" hangingPunct="1">
      <a:defRPr sz="1152" kern="1200">
        <a:solidFill>
          <a:schemeClr val="tx1"/>
        </a:solidFill>
        <a:latin typeface="+mn-lt"/>
        <a:ea typeface="+mn-ea"/>
        <a:cs typeface="+mn-cs"/>
      </a:defRPr>
    </a:lvl7pPr>
    <a:lvl8pPr marL="3072384" algn="l" defTabSz="877824" rtl="0" eaLnBrk="1" latinLnBrk="0" hangingPunct="1">
      <a:defRPr sz="1152" kern="1200">
        <a:solidFill>
          <a:schemeClr val="tx1"/>
        </a:solidFill>
        <a:latin typeface="+mn-lt"/>
        <a:ea typeface="+mn-ea"/>
        <a:cs typeface="+mn-cs"/>
      </a:defRPr>
    </a:lvl8pPr>
    <a:lvl9pPr marL="3511296" algn="l" defTabSz="877824" rtl="0" eaLnBrk="1" latinLnBrk="0" hangingPunct="1">
      <a:defRPr sz="1152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Notes for banner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Notes for sponsors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Notes for demo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Notes for questions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Notes for vote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8.png"/><Relationship Id="rId7" Type="http://schemas.openxmlformats.org/officeDocument/2006/relationships/image" Target="../media/image1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6.xml"/><Relationship Id="rId6" Type="http://schemas.openxmlformats.org/officeDocument/2006/relationships/image" Target="../media/image10.png"/><Relationship Id="rId5" Type="http://schemas.openxmlformats.org/officeDocument/2006/relationships/image" Target="../media/image14.png"/><Relationship Id="rId10" Type="http://schemas.openxmlformats.org/officeDocument/2006/relationships/image" Target="../media/image11.png"/><Relationship Id="rId4" Type="http://schemas.openxmlformats.org/officeDocument/2006/relationships/image" Target="../media/image9.png"/><Relationship Id="rId9" Type="http://schemas.openxmlformats.org/officeDocument/2006/relationships/image" Target="../media/image17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ere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1;p2">
            <a:extLst>
              <a:ext uri="{FF2B5EF4-FFF2-40B4-BE49-F238E27FC236}">
                <a16:creationId xmlns:a16="http://schemas.microsoft.com/office/drawing/2014/main" id="{73BFF0CC-1A1F-CE02-6CC7-37409CAF88E7}"/>
              </a:ext>
            </a:extLst>
          </p:cNvPr>
          <p:cNvSpPr txBox="1">
            <a:spLocks noGrp="1"/>
          </p:cNvSpPr>
          <p:nvPr>
            <p:ph type="ctrTitle" hasCustomPrompt="1"/>
          </p:nvPr>
        </p:nvSpPr>
        <p:spPr>
          <a:xfrm>
            <a:off x="3229232" y="-560806"/>
            <a:ext cx="5488524" cy="213529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600" b="1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9pPr>
          </a:lstStyle>
          <a:p>
            <a:r>
              <a:rPr lang="it-IT" dirty="0"/>
              <a:t>Title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701612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 preserve="1">
  <p:cSld name="Title">
    <p:bg>
      <p:bgPr>
        <a:solidFill>
          <a:srgbClr val="0B78BD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>
            <a:spLocks noGrp="1"/>
          </p:cNvSpPr>
          <p:nvPr>
            <p:ph type="ctrTitle" hasCustomPrompt="1"/>
          </p:nvPr>
        </p:nvSpPr>
        <p:spPr>
          <a:xfrm>
            <a:off x="3566365" y="2520646"/>
            <a:ext cx="7499474" cy="3541547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600">
                <a:solidFill>
                  <a:srgbClr val="FFFFFF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9pPr>
          </a:lstStyle>
          <a:p>
            <a:r>
              <a:rPr lang="it-IT"/>
              <a:t>Session Title</a:t>
            </a:r>
            <a:endParaRPr dirty="0"/>
          </a:p>
        </p:txBody>
      </p:sp>
      <p:pic>
        <p:nvPicPr>
          <p:cNvPr id="4" name="Immagine 3" descr="Immagine che contiene grafica vettoriale&#10;&#10;Descrizione generata automaticamente">
            <a:extLst>
              <a:ext uri="{FF2B5EF4-FFF2-40B4-BE49-F238E27FC236}">
                <a16:creationId xmlns:a16="http://schemas.microsoft.com/office/drawing/2014/main" id="{2768BF0B-EC18-42A2-B7AD-CA6343F741B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10598" y="2791702"/>
            <a:ext cx="3656746" cy="2999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05318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83431" y="6103273"/>
            <a:ext cx="1226731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it-IT">
                <a:solidFill>
                  <a:prstClr val="black">
                    <a:tint val="75000"/>
                  </a:prstClr>
                </a:solidFill>
              </a:rPr>
              <a:t>#AzureDayRome</a:t>
            </a:r>
            <a:endParaRPr lang="it-IT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54833" y="6103273"/>
            <a:ext cx="8528598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it-IT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dirty="0"/>
              <a:t>Agenda</a:t>
            </a: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72F75EAC-49A5-42C5-A41A-271C74B54F74}"/>
              </a:ext>
            </a:extLst>
          </p:cNvPr>
          <p:cNvSpPr/>
          <p:nvPr userDrawn="1"/>
        </p:nvSpPr>
        <p:spPr>
          <a:xfrm>
            <a:off x="0" y="0"/>
            <a:ext cx="1278976" cy="6567422"/>
          </a:xfrm>
          <a:prstGeom prst="rect">
            <a:avLst/>
          </a:prstGeom>
          <a:solidFill>
            <a:srgbClr val="0B78B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7BBDB68D-3EA1-4F6B-B91B-966B58B8680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7528"/>
            <a:ext cx="1278976" cy="1279361"/>
          </a:xfrm>
          <a:prstGeom prst="rect">
            <a:avLst/>
          </a:prstGeom>
        </p:spPr>
      </p:pic>
      <p:sp>
        <p:nvSpPr>
          <p:cNvPr id="12" name="Segnaposto testo 2">
            <a:extLst>
              <a:ext uri="{FF2B5EF4-FFF2-40B4-BE49-F238E27FC236}">
                <a16:creationId xmlns:a16="http://schemas.microsoft.com/office/drawing/2014/main" id="{C75428D7-6ACD-4F9B-9159-66E4F87F73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4834" y="1432765"/>
            <a:ext cx="9755328" cy="4178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400">
                <a:solidFill>
                  <a:srgbClr val="0B78BD"/>
                </a:solidFill>
              </a:defRPr>
            </a:lvl1pPr>
            <a:lvl2pPr>
              <a:defRPr sz="2400">
                <a:solidFill>
                  <a:srgbClr val="0B78BD"/>
                </a:solidFill>
              </a:defRPr>
            </a:lvl2pPr>
            <a:lvl3pPr>
              <a:defRPr sz="2400">
                <a:solidFill>
                  <a:srgbClr val="0B78BD"/>
                </a:solidFill>
              </a:defRPr>
            </a:lvl3pPr>
            <a:lvl4pPr>
              <a:defRPr sz="2400">
                <a:solidFill>
                  <a:srgbClr val="0B78BD"/>
                </a:solidFill>
              </a:defRPr>
            </a:lvl4pPr>
            <a:lvl5pPr>
              <a:defRPr sz="2400">
                <a:solidFill>
                  <a:srgbClr val="0B78BD"/>
                </a:solidFill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28083180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83431" y="6103273"/>
            <a:ext cx="1226731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it-IT">
                <a:solidFill>
                  <a:prstClr val="black">
                    <a:tint val="75000"/>
                  </a:prstClr>
                </a:solidFill>
              </a:rPr>
              <a:t>#AzureDayRome</a:t>
            </a:r>
            <a:endParaRPr lang="it-IT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54833" y="6103273"/>
            <a:ext cx="8528598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it-IT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endParaRPr lang="it-IT" dirty="0"/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72F75EAC-49A5-42C5-A41A-271C74B54F74}"/>
              </a:ext>
            </a:extLst>
          </p:cNvPr>
          <p:cNvSpPr/>
          <p:nvPr userDrawn="1"/>
        </p:nvSpPr>
        <p:spPr>
          <a:xfrm>
            <a:off x="0" y="0"/>
            <a:ext cx="1278976" cy="6567422"/>
          </a:xfrm>
          <a:prstGeom prst="rect">
            <a:avLst/>
          </a:prstGeom>
          <a:solidFill>
            <a:srgbClr val="0B78B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7BBDB68D-3EA1-4F6B-B91B-966B58B8680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7528"/>
            <a:ext cx="1278976" cy="1279361"/>
          </a:xfrm>
          <a:prstGeom prst="rect">
            <a:avLst/>
          </a:prstGeom>
        </p:spPr>
      </p:pic>
      <p:sp>
        <p:nvSpPr>
          <p:cNvPr id="7" name="Segnaposto titolo 1">
            <a:extLst>
              <a:ext uri="{FF2B5EF4-FFF2-40B4-BE49-F238E27FC236}">
                <a16:creationId xmlns:a16="http://schemas.microsoft.com/office/drawing/2014/main" id="{8304AE0C-0056-49D9-A1BB-E5FD6B842774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-1781233" y="3364453"/>
            <a:ext cx="4841441" cy="6362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4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j-ea"/>
                <a:cs typeface="Segoe UI" panose="020B0502040204020203" pitchFamily="34" charset="0"/>
              </a:rPr>
              <a:t>Agenda</a:t>
            </a:r>
            <a:endParaRPr kumimoji="0" lang="it-IT" sz="4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j-ea"/>
              <a:cs typeface="Segoe UI" panose="020B0502040204020203" pitchFamily="34" charset="0"/>
            </a:endParaRPr>
          </a:p>
        </p:txBody>
      </p:sp>
      <p:sp>
        <p:nvSpPr>
          <p:cNvPr id="8" name="Segnaposto testo 2">
            <a:extLst>
              <a:ext uri="{FF2B5EF4-FFF2-40B4-BE49-F238E27FC236}">
                <a16:creationId xmlns:a16="http://schemas.microsoft.com/office/drawing/2014/main" id="{8BBCFD4C-AEE9-4341-8F2A-49306A0599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4834" y="1432765"/>
            <a:ext cx="9755328" cy="4178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400">
                <a:solidFill>
                  <a:srgbClr val="0B78BD"/>
                </a:solidFill>
              </a:defRPr>
            </a:lvl1pPr>
            <a:lvl2pPr>
              <a:defRPr sz="2400">
                <a:solidFill>
                  <a:srgbClr val="0B78BD"/>
                </a:solidFill>
              </a:defRPr>
            </a:lvl2pPr>
            <a:lvl3pPr>
              <a:defRPr sz="2400">
                <a:solidFill>
                  <a:srgbClr val="0B78BD"/>
                </a:solidFill>
              </a:defRPr>
            </a:lvl3pPr>
            <a:lvl4pPr>
              <a:defRPr sz="2400">
                <a:solidFill>
                  <a:srgbClr val="0B78BD"/>
                </a:solidFill>
              </a:defRPr>
            </a:lvl4pPr>
            <a:lvl5pPr>
              <a:defRPr sz="2400">
                <a:solidFill>
                  <a:srgbClr val="0B78BD"/>
                </a:solidFill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20622523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83431" y="6103273"/>
            <a:ext cx="1226731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it-IT">
                <a:solidFill>
                  <a:prstClr val="black">
                    <a:tint val="75000"/>
                  </a:prstClr>
                </a:solidFill>
              </a:rPr>
              <a:t>#AzureDayRome</a:t>
            </a:r>
            <a:endParaRPr lang="it-IT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54833" y="6103273"/>
            <a:ext cx="8528598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it-IT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endParaRPr lang="it-IT" dirty="0"/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72F75EAC-49A5-42C5-A41A-271C74B54F74}"/>
              </a:ext>
            </a:extLst>
          </p:cNvPr>
          <p:cNvSpPr/>
          <p:nvPr userDrawn="1"/>
        </p:nvSpPr>
        <p:spPr>
          <a:xfrm>
            <a:off x="0" y="0"/>
            <a:ext cx="1278976" cy="6567422"/>
          </a:xfrm>
          <a:prstGeom prst="rect">
            <a:avLst/>
          </a:prstGeom>
          <a:solidFill>
            <a:srgbClr val="0B78B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7BBDB68D-3EA1-4F6B-B91B-966B58B8680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7528"/>
            <a:ext cx="1278976" cy="1279361"/>
          </a:xfrm>
          <a:prstGeom prst="rect">
            <a:avLst/>
          </a:prstGeom>
        </p:spPr>
      </p:pic>
      <p:sp>
        <p:nvSpPr>
          <p:cNvPr id="7" name="Segnaposto titolo 1">
            <a:extLst>
              <a:ext uri="{FF2B5EF4-FFF2-40B4-BE49-F238E27FC236}">
                <a16:creationId xmlns:a16="http://schemas.microsoft.com/office/drawing/2014/main" id="{8C83AD98-DC2D-414F-85A7-3B59E4D18FD3}"/>
              </a:ext>
            </a:extLst>
          </p:cNvPr>
          <p:cNvSpPr txBox="1">
            <a:spLocks/>
          </p:cNvSpPr>
          <p:nvPr userDrawn="1"/>
        </p:nvSpPr>
        <p:spPr>
          <a:xfrm>
            <a:off x="153360" y="1701956"/>
            <a:ext cx="972254" cy="4106307"/>
          </a:xfrm>
          <a:prstGeom prst="rect">
            <a:avLst/>
          </a:prstGeom>
        </p:spPr>
        <p:txBody>
          <a:bodyPr vert="wordArtVert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4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j-ea"/>
                <a:cs typeface="Segoe UI" panose="020B0502040204020203" pitchFamily="34" charset="0"/>
              </a:rPr>
              <a:t>AGENDA</a:t>
            </a:r>
          </a:p>
        </p:txBody>
      </p:sp>
      <p:sp>
        <p:nvSpPr>
          <p:cNvPr id="8" name="Segnaposto testo 2">
            <a:extLst>
              <a:ext uri="{FF2B5EF4-FFF2-40B4-BE49-F238E27FC236}">
                <a16:creationId xmlns:a16="http://schemas.microsoft.com/office/drawing/2014/main" id="{CD0B6E79-F9A8-427C-AAAD-533973D8E7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4834" y="1432765"/>
            <a:ext cx="9755328" cy="4178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400">
                <a:solidFill>
                  <a:srgbClr val="0B78BD"/>
                </a:solidFill>
              </a:defRPr>
            </a:lvl1pPr>
            <a:lvl2pPr>
              <a:defRPr sz="2400">
                <a:solidFill>
                  <a:srgbClr val="0B78BD"/>
                </a:solidFill>
              </a:defRPr>
            </a:lvl2pPr>
            <a:lvl3pPr>
              <a:defRPr sz="2400">
                <a:solidFill>
                  <a:srgbClr val="0B78BD"/>
                </a:solidFill>
              </a:defRPr>
            </a:lvl3pPr>
            <a:lvl4pPr>
              <a:defRPr sz="2400">
                <a:solidFill>
                  <a:srgbClr val="0B78BD"/>
                </a:solidFill>
              </a:defRPr>
            </a:lvl4pPr>
            <a:lvl5pPr>
              <a:defRPr sz="2400">
                <a:solidFill>
                  <a:srgbClr val="0B78BD"/>
                </a:solidFill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15949685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uota Logo DX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83431" y="6103273"/>
            <a:ext cx="1226731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it-IT">
                <a:solidFill>
                  <a:prstClr val="black">
                    <a:tint val="75000"/>
                  </a:prstClr>
                </a:solidFill>
              </a:rPr>
              <a:t>#AzureDayRome</a:t>
            </a:r>
            <a:endParaRPr lang="it-IT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4666" y="6103273"/>
            <a:ext cx="9448765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it-IT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666" y="303955"/>
            <a:ext cx="10675496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endParaRPr lang="it-IT" dirty="0"/>
          </a:p>
        </p:txBody>
      </p:sp>
      <p:sp>
        <p:nvSpPr>
          <p:cNvPr id="7" name="Segnaposto titolo 1">
            <a:extLst>
              <a:ext uri="{FF2B5EF4-FFF2-40B4-BE49-F238E27FC236}">
                <a16:creationId xmlns:a16="http://schemas.microsoft.com/office/drawing/2014/main" id="{8C83AD98-DC2D-414F-85A7-3B59E4D18FD3}"/>
              </a:ext>
            </a:extLst>
          </p:cNvPr>
          <p:cNvSpPr txBox="1">
            <a:spLocks/>
          </p:cNvSpPr>
          <p:nvPr userDrawn="1"/>
        </p:nvSpPr>
        <p:spPr>
          <a:xfrm>
            <a:off x="153360" y="1701956"/>
            <a:ext cx="972254" cy="4106307"/>
          </a:xfrm>
          <a:prstGeom prst="rect">
            <a:avLst/>
          </a:prstGeom>
        </p:spPr>
        <p:txBody>
          <a:bodyPr vert="wordArtVert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4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j-ea"/>
                <a:cs typeface="Segoe UI" panose="020B0502040204020203" pitchFamily="34" charset="0"/>
              </a:rPr>
              <a:t>AGENDA</a:t>
            </a:r>
          </a:p>
        </p:txBody>
      </p:sp>
      <p:pic>
        <p:nvPicPr>
          <p:cNvPr id="12" name="Immagine 11">
            <a:extLst>
              <a:ext uri="{FF2B5EF4-FFF2-40B4-BE49-F238E27FC236}">
                <a16:creationId xmlns:a16="http://schemas.microsoft.com/office/drawing/2014/main" id="{5CB1FD4A-77C8-4549-A446-B69D33385E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0849" y="4903255"/>
            <a:ext cx="1031894" cy="1032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22305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V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tangolo 5">
            <a:extLst>
              <a:ext uri="{FF2B5EF4-FFF2-40B4-BE49-F238E27FC236}">
                <a16:creationId xmlns:a16="http://schemas.microsoft.com/office/drawing/2014/main" id="{C27300C4-421D-4405-87C1-01BBAA9D102A}"/>
              </a:ext>
            </a:extLst>
          </p:cNvPr>
          <p:cNvSpPr/>
          <p:nvPr userDrawn="1"/>
        </p:nvSpPr>
        <p:spPr>
          <a:xfrm>
            <a:off x="6402796" y="1923260"/>
            <a:ext cx="2498151" cy="232330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3BC52BE1-DA7B-4B4B-A750-43DC5BAFD8E7}"/>
              </a:ext>
            </a:extLst>
          </p:cNvPr>
          <p:cNvSpPr/>
          <p:nvPr userDrawn="1"/>
        </p:nvSpPr>
        <p:spPr>
          <a:xfrm>
            <a:off x="0" y="5311859"/>
            <a:ext cx="11703050" cy="98605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5400" b="0" i="0" u="none" strike="noStrike" kern="1200" cap="none" spc="0" normalizeH="0" baseline="0" noProof="0" dirty="0">
                <a:ln>
                  <a:noFill/>
                </a:ln>
                <a:solidFill>
                  <a:srgbClr val="0B78B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THANK YOU!!!</a:t>
            </a:r>
          </a:p>
        </p:txBody>
      </p:sp>
      <p:sp>
        <p:nvSpPr>
          <p:cNvPr id="5" name="Segnaposto immagine 2">
            <a:extLst>
              <a:ext uri="{FF2B5EF4-FFF2-40B4-BE49-F238E27FC236}">
                <a16:creationId xmlns:a16="http://schemas.microsoft.com/office/drawing/2014/main" id="{87C983A3-DC74-4C7F-BA9E-8FD9BACC78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402796" y="1928710"/>
            <a:ext cx="2498151" cy="23233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 dirty="0"/>
          </a:p>
        </p:txBody>
      </p:sp>
      <p:pic>
        <p:nvPicPr>
          <p:cNvPr id="2" name="Immagine 3" descr="Immagine che contiene grafica vettoriale&#10;&#10;Descrizione generata automaticamente">
            <a:extLst>
              <a:ext uri="{FF2B5EF4-FFF2-40B4-BE49-F238E27FC236}">
                <a16:creationId xmlns:a16="http://schemas.microsoft.com/office/drawing/2014/main" id="{7C441C78-08E4-4B75-9E79-2016E6D16E3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7391" y="1585194"/>
            <a:ext cx="3656746" cy="2999435"/>
          </a:xfrm>
          <a:prstGeom prst="rect">
            <a:avLst/>
          </a:prstGeom>
        </p:spPr>
      </p:pic>
      <p:sp>
        <p:nvSpPr>
          <p:cNvPr id="8" name="Segnaposto titolo 1">
            <a:extLst>
              <a:ext uri="{FF2B5EF4-FFF2-40B4-BE49-F238E27FC236}">
                <a16:creationId xmlns:a16="http://schemas.microsoft.com/office/drawing/2014/main" id="{5E42B1C5-EC35-62BC-539E-AFCD95AF49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</a:lstStyle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7283760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83431" y="6103273"/>
            <a:ext cx="1226731" cy="35058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defTabSz="914400">
              <a:defRPr/>
            </a:pPr>
            <a:r>
              <a:rPr lang="it-IT" sz="1800">
                <a:solidFill>
                  <a:prstClr val="black"/>
                </a:solidFill>
              </a:rPr>
              <a:t>#AzureDayRome</a:t>
            </a:r>
            <a:endParaRPr lang="it-IT" sz="1800" dirty="0">
              <a:solidFill>
                <a:prstClr val="black"/>
              </a:solidFill>
            </a:endParaRP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20335" y="6103273"/>
            <a:ext cx="7563096" cy="350588"/>
          </a:xfrm>
          <a:prstGeom prst="rect">
            <a:avLst/>
          </a:prstGeom>
        </p:spPr>
        <p:txBody>
          <a:bodyPr/>
          <a:lstStyle/>
          <a:p>
            <a:pPr defTabSz="914400">
              <a:defRPr/>
            </a:pPr>
            <a:endParaRPr lang="it-IT" sz="1800">
              <a:solidFill>
                <a:prstClr val="black"/>
              </a:solidFill>
            </a:endParaRPr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20335" y="303955"/>
            <a:ext cx="8789827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>
                <a:solidFill>
                  <a:srgbClr val="0B78BD"/>
                </a:solidFill>
                <a:latin typeface="+mn-lt"/>
              </a:defRPr>
            </a:lvl1pPr>
          </a:lstStyle>
          <a:p>
            <a:r>
              <a:rPr lang="it-IT" dirty="0" err="1"/>
              <a:t>Question</a:t>
            </a:r>
            <a:r>
              <a:rPr lang="it-IT" dirty="0"/>
              <a:t> Time</a:t>
            </a:r>
          </a:p>
        </p:txBody>
      </p:sp>
      <p:pic>
        <p:nvPicPr>
          <p:cNvPr id="5" name="Google Shape;77;p15" descr="photo-1434030216411-0b793f4b4173.jpg">
            <a:extLst>
              <a:ext uri="{FF2B5EF4-FFF2-40B4-BE49-F238E27FC236}">
                <a16:creationId xmlns:a16="http://schemas.microsoft.com/office/drawing/2014/main" id="{722A8524-7FE9-45F2-ADA9-A2F63D65BDF5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28831" r="30600"/>
          <a:stretch/>
        </p:blipFill>
        <p:spPr>
          <a:xfrm>
            <a:off x="0" y="0"/>
            <a:ext cx="2282095" cy="6584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E06A4069-F726-4503-98B9-94A133FC05F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0849" y="4903255"/>
            <a:ext cx="1031894" cy="1032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8995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 preserve="1">
  <p:cSld name="1_Title">
    <p:bg>
      <p:bgPr>
        <a:solidFill>
          <a:srgbClr val="0B78BD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>
            <a:spLocks noGrp="1"/>
          </p:cNvSpPr>
          <p:nvPr>
            <p:ph type="ctrTitle" hasCustomPrompt="1"/>
          </p:nvPr>
        </p:nvSpPr>
        <p:spPr>
          <a:xfrm>
            <a:off x="579632" y="3851575"/>
            <a:ext cx="10486207" cy="2210619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600" b="1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9pPr>
          </a:lstStyle>
          <a:p>
            <a:r>
              <a:rPr lang="it-IT" dirty="0"/>
              <a:t>DEMO</a:t>
            </a:r>
            <a:endParaRPr dirty="0"/>
          </a:p>
        </p:txBody>
      </p:sp>
      <p:pic>
        <p:nvPicPr>
          <p:cNvPr id="2" name="Immagine 4">
            <a:extLst>
              <a:ext uri="{FF2B5EF4-FFF2-40B4-BE49-F238E27FC236}">
                <a16:creationId xmlns:a16="http://schemas.microsoft.com/office/drawing/2014/main" id="{A3365441-1B3A-1755-3788-55A01EC64D9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678" y="649709"/>
            <a:ext cx="3668935" cy="2999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7629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 preserve="1">
  <p:cSld name="1_Title">
    <p:bg>
      <p:bgPr>
        <a:solidFill>
          <a:srgbClr val="0B78BD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>
            <a:spLocks noGrp="1"/>
          </p:cNvSpPr>
          <p:nvPr>
            <p:ph type="ctrTitle" hasCustomPrompt="1"/>
          </p:nvPr>
        </p:nvSpPr>
        <p:spPr>
          <a:xfrm>
            <a:off x="521669" y="1"/>
            <a:ext cx="10486207" cy="1333556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600" b="1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9pPr>
          </a:lstStyle>
          <a:p>
            <a:r>
              <a:rPr lang="it-IT" dirty="0"/>
              <a:t>DEMO</a:t>
            </a:r>
            <a:endParaRPr dirty="0"/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C8537247-C30E-30BD-52E0-32A970D2553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482" y="501019"/>
            <a:ext cx="10682581" cy="5582913"/>
          </a:xfrm>
          <a:prstGeom prst="rect">
            <a:avLst/>
          </a:prstGeom>
          <a:effectLst>
            <a:outerShdw dist="50800" dir="5400000" algn="ctr" rotWithShape="0">
              <a:srgbClr val="000000">
                <a:alpha val="16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063079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preserve="1" userDrawn="1">
  <p:cSld name="1_Title">
    <p:bg>
      <p:bgPr>
        <a:solidFill>
          <a:schemeClr val="bg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6B34FBF1-8022-4793-BD04-5A3F2FAB2B51}"/>
              </a:ext>
            </a:extLst>
          </p:cNvPr>
          <p:cNvSpPr txBox="1"/>
          <p:nvPr userDrawn="1"/>
        </p:nvSpPr>
        <p:spPr>
          <a:xfrm>
            <a:off x="809688" y="159465"/>
            <a:ext cx="10083675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4267" b="1" i="0" u="none" strike="noStrike" kern="1200" cap="none" spc="0" normalizeH="0" baseline="0" noProof="0" dirty="0">
                <a:ln>
                  <a:noFill/>
                </a:ln>
                <a:solidFill>
                  <a:srgbClr val="0B78BD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Thanks to</a:t>
            </a:r>
          </a:p>
        </p:txBody>
      </p:sp>
      <p:pic>
        <p:nvPicPr>
          <p:cNvPr id="21" name="Immagine 20" descr="Immagine che contiene testo, bigliettodavisita, grafica vettoriale&#10;&#10;Descrizione generata automaticamente">
            <a:extLst>
              <a:ext uri="{FF2B5EF4-FFF2-40B4-BE49-F238E27FC236}">
                <a16:creationId xmlns:a16="http://schemas.microsoft.com/office/drawing/2014/main" id="{C8E6F388-7C62-4230-8DC6-8218AD2A801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7746" y="5518736"/>
            <a:ext cx="793216" cy="793455"/>
          </a:xfrm>
          <a:prstGeom prst="rect">
            <a:avLst/>
          </a:prstGeom>
        </p:spPr>
      </p:pic>
      <p:pic>
        <p:nvPicPr>
          <p:cNvPr id="11" name="Immagine 10" descr="Immagine che contiene testo, clipart, grafica vettoriale, segnale&#10;&#10;Descrizione generata automaticamente">
            <a:extLst>
              <a:ext uri="{FF2B5EF4-FFF2-40B4-BE49-F238E27FC236}">
                <a16:creationId xmlns:a16="http://schemas.microsoft.com/office/drawing/2014/main" id="{2BC806B2-3C63-4BEF-AAE6-CFCC7F13DAE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2970" y="5653052"/>
            <a:ext cx="572481" cy="572653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13CBCB05-3F96-488C-A71D-1C49D39D012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3498" y="5511226"/>
            <a:ext cx="1417386" cy="708907"/>
          </a:xfrm>
          <a:prstGeom prst="rect">
            <a:avLst/>
          </a:prstGeom>
        </p:spPr>
      </p:pic>
      <p:sp>
        <p:nvSpPr>
          <p:cNvPr id="12" name="Titolo 11">
            <a:extLst>
              <a:ext uri="{FF2B5EF4-FFF2-40B4-BE49-F238E27FC236}">
                <a16:creationId xmlns:a16="http://schemas.microsoft.com/office/drawing/2014/main" id="{E65E49AD-ED5A-CFAD-5BC8-67CD236B36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9482" y="-1688764"/>
            <a:ext cx="10093881" cy="1272786"/>
          </a:xfrm>
          <a:prstGeom prst="rect">
            <a:avLst/>
          </a:prstGeom>
        </p:spPr>
        <p:txBody>
          <a:bodyPr/>
          <a:lstStyle/>
          <a:p>
            <a:r>
              <a:rPr lang="it-IT" dirty="0"/>
              <a:t>Sponsor</a:t>
            </a:r>
          </a:p>
        </p:txBody>
      </p:sp>
      <p:pic>
        <p:nvPicPr>
          <p:cNvPr id="17" name="Picture 16" descr="A logo with blue squares and arrow&#10;&#10;AI-generated content may be incorrect.">
            <a:extLst>
              <a:ext uri="{FF2B5EF4-FFF2-40B4-BE49-F238E27FC236}">
                <a16:creationId xmlns:a16="http://schemas.microsoft.com/office/drawing/2014/main" id="{28290EA6-4AC8-E19E-72D5-68B12BA7C5D5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2528" y="4211640"/>
            <a:ext cx="2437994" cy="1219365"/>
          </a:xfrm>
          <a:prstGeom prst="rect">
            <a:avLst/>
          </a:prstGeom>
        </p:spPr>
      </p:pic>
      <p:pic>
        <p:nvPicPr>
          <p:cNvPr id="27" name="Picture 26" descr="A close-up of a logo&#10;&#10;AI-generated content may be incorrect.">
            <a:extLst>
              <a:ext uri="{FF2B5EF4-FFF2-40B4-BE49-F238E27FC236}">
                <a16:creationId xmlns:a16="http://schemas.microsoft.com/office/drawing/2014/main" id="{4818B737-1FD9-9942-3124-6118629845AE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687" y="805632"/>
            <a:ext cx="4384496" cy="2192908"/>
          </a:xfrm>
          <a:prstGeom prst="rect">
            <a:avLst/>
          </a:prstGeom>
        </p:spPr>
      </p:pic>
      <p:pic>
        <p:nvPicPr>
          <p:cNvPr id="2" name="Immagine 1" descr="Key2 Next">
            <a:extLst>
              <a:ext uri="{FF2B5EF4-FFF2-40B4-BE49-F238E27FC236}">
                <a16:creationId xmlns:a16="http://schemas.microsoft.com/office/drawing/2014/main" id="{A67F58DB-A7F0-61B8-D55B-B7426F472297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4027098" y="2323997"/>
            <a:ext cx="3648853" cy="1824427"/>
          </a:xfrm>
          <a:prstGeom prst="rect">
            <a:avLst/>
          </a:prstGeom>
        </p:spPr>
      </p:pic>
      <p:pic>
        <p:nvPicPr>
          <p:cNvPr id="3" name="Immagine 2" descr="Relatech">
            <a:extLst>
              <a:ext uri="{FF2B5EF4-FFF2-40B4-BE49-F238E27FC236}">
                <a16:creationId xmlns:a16="http://schemas.microsoft.com/office/drawing/2014/main" id="{FA1C5DEE-35BB-87FD-1194-0015C53182CB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6508869" y="701109"/>
            <a:ext cx="4189974" cy="2094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72880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81AC213-F388-4E21-98C4-36E6E89F2D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62881" y="1536488"/>
            <a:ext cx="9847281" cy="2292538"/>
          </a:xfrm>
        </p:spPr>
        <p:txBody>
          <a:bodyPr anchor="ctr"/>
          <a:lstStyle>
            <a:lvl1pPr algn="ctr">
              <a:defRPr sz="4400">
                <a:latin typeface="+mn-lt"/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2816E0C6-E17F-4FDB-8980-765ACC03A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62881" y="4171231"/>
            <a:ext cx="9847281" cy="1589838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A79011E-D390-43E9-A2A7-33EA50B34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D52116E-899F-443D-9DAC-ADEC6441C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974020F4-9E0A-40BD-8784-A68D91CBF059}"/>
              </a:ext>
            </a:extLst>
          </p:cNvPr>
          <p:cNvSpPr txBox="1">
            <a:spLocks/>
          </p:cNvSpPr>
          <p:nvPr userDrawn="1"/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/>
              <a:t>Fare clic per modificare lo stile del titolo </a:t>
            </a:r>
            <a:endParaRPr lang="it-IT" sz="4400" dirty="0"/>
          </a:p>
        </p:txBody>
      </p:sp>
    </p:spTree>
    <p:extLst>
      <p:ext uri="{BB962C8B-B14F-4D97-AF65-F5344CB8AC3E}">
        <p14:creationId xmlns:p14="http://schemas.microsoft.com/office/powerpoint/2010/main" val="4801929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24B6594-436E-4CB3-AD0B-3DF1CF7856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B579950-EAE6-44C5-8A5A-B17F721DA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D6E3443-EB60-437C-AB50-5D4C81480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0965ADC6-875C-482E-A5A7-491A1C443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6276815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360E1D9-830C-42E5-B43B-29DB0C744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1667579"/>
            <a:ext cx="9755328" cy="2739156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9591FCF-D95B-487B-A7A1-F791F33EB6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54834" y="4413736"/>
            <a:ext cx="9755328" cy="144045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A098EBC-55A3-4699-8138-556E5BB63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6C5592B-641A-418A-A3A0-1A3EA60A3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Segnaposto titolo 1">
            <a:extLst>
              <a:ext uri="{FF2B5EF4-FFF2-40B4-BE49-F238E27FC236}">
                <a16:creationId xmlns:a16="http://schemas.microsoft.com/office/drawing/2014/main" id="{8C1A526D-BDB6-48B9-BE01-73554F395FF1}"/>
              </a:ext>
            </a:extLst>
          </p:cNvPr>
          <p:cNvSpPr txBox="1">
            <a:spLocks/>
          </p:cNvSpPr>
          <p:nvPr userDrawn="1"/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/>
              <a:t>Fare clic per modificare lo stile del titolo </a:t>
            </a:r>
            <a:endParaRPr lang="it-IT" sz="4400" dirty="0"/>
          </a:p>
        </p:txBody>
      </p:sp>
    </p:spTree>
    <p:extLst>
      <p:ext uri="{BB962C8B-B14F-4D97-AF65-F5344CB8AC3E}">
        <p14:creationId xmlns:p14="http://schemas.microsoft.com/office/powerpoint/2010/main" val="3029624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DDB07BF-6C79-4467-ACB1-0767E3771E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42738" y="1752938"/>
            <a:ext cx="4524039" cy="417809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AA3F5DFD-F0C1-4DC6-875A-D8417FB428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20583" y="1752938"/>
            <a:ext cx="4689579" cy="417809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255D52C-1AD6-485F-97E2-A18AE2C9B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06CB1CD-EEE9-47F1-B168-D7DCFBDB8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titolo 1">
            <a:extLst>
              <a:ext uri="{FF2B5EF4-FFF2-40B4-BE49-F238E27FC236}">
                <a16:creationId xmlns:a16="http://schemas.microsoft.com/office/drawing/2014/main" id="{B915A429-AA51-465F-99BF-0EDBF7ED9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30056861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8A0B334-5A2E-420D-B34F-0C59C82F68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54834" y="1614228"/>
            <a:ext cx="4677041" cy="79110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F3888714-BC9E-4F0C-9BCB-271CD43D75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54834" y="2405336"/>
            <a:ext cx="4677041" cy="3537887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59DBCF60-51E3-49AF-B7E7-0E0D5D215F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33121" y="1614228"/>
            <a:ext cx="4677041" cy="79110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C5EE61DC-AAA5-4E2D-BF46-D00329A5C1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33121" y="2405336"/>
            <a:ext cx="4677041" cy="3537887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7AAF0436-58B6-47F6-8E11-84D919C7E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3CE0F1DC-C34B-4F16-A8A1-59B2D4B6A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FF69F79A-A6ED-473E-82AC-E596A5C35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31428788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data 2">
            <a:extLst>
              <a:ext uri="{FF2B5EF4-FFF2-40B4-BE49-F238E27FC236}">
                <a16:creationId xmlns:a16="http://schemas.microsoft.com/office/drawing/2014/main" id="{93497BDC-F780-482A-B00D-623003EBC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DF9F76F-F710-4222-8AE8-D8EF547FE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5" name="Segnaposto titolo 1">
            <a:extLst>
              <a:ext uri="{FF2B5EF4-FFF2-40B4-BE49-F238E27FC236}">
                <a16:creationId xmlns:a16="http://schemas.microsoft.com/office/drawing/2014/main" id="{5F8448A6-BA0D-48F5-901B-CA9C0E892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86532787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92945254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E577963-0FD6-4635-A1A8-B7BCF35F3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1524445"/>
            <a:ext cx="3774538" cy="853475"/>
          </a:xfrm>
        </p:spPr>
        <p:txBody>
          <a:bodyPr anchor="b"/>
          <a:lstStyle>
            <a:lvl1pPr>
              <a:defRPr sz="3200">
                <a:solidFill>
                  <a:srgbClr val="0B78BD"/>
                </a:solidFill>
              </a:defRPr>
            </a:lvl1pPr>
          </a:lstStyle>
          <a:p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56285E0-D2CF-45EC-824F-708C571501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04925" y="1524445"/>
            <a:ext cx="5705237" cy="4364011"/>
          </a:xfrm>
        </p:spPr>
        <p:txBody>
          <a:bodyPr/>
          <a:lstStyle>
            <a:lvl1pPr>
              <a:defRPr sz="3200">
                <a:latin typeface="+mn-lt"/>
              </a:defRPr>
            </a:lvl1pPr>
            <a:lvl2pPr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20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3085BD09-F8F1-4CF7-88B9-307E74D0BF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54834" y="2766179"/>
            <a:ext cx="3774538" cy="312227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870B2838-7774-49C1-8FBD-409204B26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99A51A0-997F-4635-8FEA-B4232644B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Segnaposto titolo 1">
            <a:extLst>
              <a:ext uri="{FF2B5EF4-FFF2-40B4-BE49-F238E27FC236}">
                <a16:creationId xmlns:a16="http://schemas.microsoft.com/office/drawing/2014/main" id="{88C52628-7CD8-4B9E-85F2-AA6D0F451AE1}"/>
              </a:ext>
            </a:extLst>
          </p:cNvPr>
          <p:cNvSpPr txBox="1">
            <a:spLocks/>
          </p:cNvSpPr>
          <p:nvPr userDrawn="1"/>
        </p:nvSpPr>
        <p:spPr>
          <a:xfrm>
            <a:off x="1404366" y="17529"/>
            <a:ext cx="10298683" cy="12727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/>
              <a:t>Fare clic per modificare lo stile del titolo </a:t>
            </a:r>
            <a:endParaRPr lang="it-IT" sz="4400" dirty="0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3F1D8162-967F-491C-8075-478356124555}"/>
              </a:ext>
            </a:extLst>
          </p:cNvPr>
          <p:cNvSpPr txBox="1">
            <a:spLocks/>
          </p:cNvSpPr>
          <p:nvPr userDrawn="1"/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/>
              <a:t>Fare clic per modificare lo stile del titolo </a:t>
            </a:r>
            <a:endParaRPr lang="it-IT" sz="4400" dirty="0"/>
          </a:p>
        </p:txBody>
      </p:sp>
    </p:spTree>
    <p:extLst>
      <p:ext uri="{BB962C8B-B14F-4D97-AF65-F5344CB8AC3E}">
        <p14:creationId xmlns:p14="http://schemas.microsoft.com/office/powerpoint/2010/main" val="69296326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25C9793-0D22-47FF-B7AF-15663D5AA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1454960"/>
            <a:ext cx="3774538" cy="990878"/>
          </a:xfrm>
        </p:spPr>
        <p:txBody>
          <a:bodyPr anchor="b"/>
          <a:lstStyle>
            <a:lvl1pPr>
              <a:defRPr sz="3200">
                <a:solidFill>
                  <a:srgbClr val="0B78BD"/>
                </a:solidFill>
                <a:latin typeface="+mn-lt"/>
              </a:defRPr>
            </a:lvl1pPr>
          </a:lstStyle>
          <a:p>
            <a:endParaRPr lang="it-IT" dirty="0"/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3CCCD409-2A98-495F-9E05-476EDBD282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730314" y="1454961"/>
            <a:ext cx="5579847" cy="417273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 dirty="0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1B9D9E80-627A-4D17-9029-E14C8D6455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54833" y="2651444"/>
            <a:ext cx="3774538" cy="29762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76802470-52B8-47E4-BB8D-82F7917C3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6AF4365-DBFC-499C-9A07-D4D2E10D0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Segnaposto titolo 1">
            <a:extLst>
              <a:ext uri="{FF2B5EF4-FFF2-40B4-BE49-F238E27FC236}">
                <a16:creationId xmlns:a16="http://schemas.microsoft.com/office/drawing/2014/main" id="{0BE16406-DCB4-4984-8046-F9EFFF081186}"/>
              </a:ext>
            </a:extLst>
          </p:cNvPr>
          <p:cNvSpPr txBox="1">
            <a:spLocks/>
          </p:cNvSpPr>
          <p:nvPr userDrawn="1"/>
        </p:nvSpPr>
        <p:spPr>
          <a:xfrm>
            <a:off x="1404366" y="17529"/>
            <a:ext cx="10298683" cy="12727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 dirty="0"/>
              <a:t>Fare clic per modificare lo stile del titolo </a:t>
            </a:r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E5B1B50D-5827-411C-8C68-4B6FEA76FB11}"/>
              </a:ext>
            </a:extLst>
          </p:cNvPr>
          <p:cNvSpPr txBox="1">
            <a:spLocks/>
          </p:cNvSpPr>
          <p:nvPr userDrawn="1"/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/>
              <a:t>Fare clic per modificare lo stile del titolo </a:t>
            </a:r>
            <a:endParaRPr lang="it-IT" sz="4400" dirty="0"/>
          </a:p>
        </p:txBody>
      </p:sp>
    </p:spTree>
    <p:extLst>
      <p:ext uri="{BB962C8B-B14F-4D97-AF65-F5344CB8AC3E}">
        <p14:creationId xmlns:p14="http://schemas.microsoft.com/office/powerpoint/2010/main" val="311522391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8F76DF86-3239-4301-B70B-A13C8ABA85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A96C9C4-33F1-4020-8250-3D1B97B5C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AD5C8DC-1645-450C-9B4E-D669ED3CB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A3481035-E8B5-4DD5-8880-5DE2CCECA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175533856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83D8386C-D3E1-4E69-B768-5BEB28C40A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86692" y="1492588"/>
            <a:ext cx="2523470" cy="4438441"/>
          </a:xfrm>
        </p:spPr>
        <p:txBody>
          <a:bodyPr vert="eaVert"/>
          <a:lstStyle>
            <a:lvl1pPr>
              <a:defRPr>
                <a:solidFill>
                  <a:srgbClr val="0B78BD"/>
                </a:solidFill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7640F96A-A1E5-4D89-80FC-898C746DEC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554833" y="1492588"/>
            <a:ext cx="7231858" cy="4438440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661DD45-3A69-404E-8FF2-1C4D29051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303782C-43DE-45B5-A0FE-964602A91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9EE02F72-0479-433E-8790-EFB53CB0BF09}"/>
              </a:ext>
            </a:extLst>
          </p:cNvPr>
          <p:cNvSpPr txBox="1">
            <a:spLocks/>
          </p:cNvSpPr>
          <p:nvPr userDrawn="1"/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/>
              <a:t>Fare clic per modificare lo stile del titolo </a:t>
            </a:r>
            <a:endParaRPr lang="it-IT" sz="4400" dirty="0"/>
          </a:p>
        </p:txBody>
      </p:sp>
    </p:spTree>
    <p:extLst>
      <p:ext uri="{BB962C8B-B14F-4D97-AF65-F5344CB8AC3E}">
        <p14:creationId xmlns:p14="http://schemas.microsoft.com/office/powerpoint/2010/main" val="105293265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8B8F9-757B-1E06-4FF8-D4960D0C6F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9B2FF8-2CE8-5AAB-F0D6-A6945DBC9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#AzureDayRome</a:t>
            </a:r>
            <a:endParaRPr lang="it-IT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78B9AC-A009-CAC9-BBAB-66B4EF896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14161082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81AC213-F388-4E21-98C4-36E6E89F2D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3645" y="1536488"/>
            <a:ext cx="10756517" cy="2292538"/>
          </a:xfrm>
        </p:spPr>
        <p:txBody>
          <a:bodyPr anchor="ctr"/>
          <a:lstStyle>
            <a:lvl1pPr algn="ctr">
              <a:defRPr sz="4400">
                <a:latin typeface="+mn-lt"/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2816E0C6-E17F-4FDB-8980-765ACC03A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3644" y="4171231"/>
            <a:ext cx="10756517" cy="1589838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A79011E-D390-43E9-A2A7-33EA50B34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D52116E-899F-443D-9DAC-ADEC6441C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974020F4-9E0A-40BD-8784-A68D91CBF059}"/>
              </a:ext>
            </a:extLst>
          </p:cNvPr>
          <p:cNvSpPr txBox="1">
            <a:spLocks/>
          </p:cNvSpPr>
          <p:nvPr userDrawn="1"/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 dirty="0">
                <a:solidFill>
                  <a:schemeClr val="bg1"/>
                </a:solidFill>
              </a:rPr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107881236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24B6594-436E-4CB3-AD0B-3DF1CF7856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B579950-EAE6-44C5-8A5A-B17F721DA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D6E3443-EB60-437C-AB50-5D4C81480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0965ADC6-875C-482E-A5A7-491A1C443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101511542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360E1D9-830C-42E5-B43B-29DB0C744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645" y="1667579"/>
            <a:ext cx="10756517" cy="2739156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9591FCF-D95B-487B-A7A1-F791F33EB6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3645" y="4413736"/>
            <a:ext cx="10756517" cy="144045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A098EBC-55A3-4699-8138-556E5BB63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6C5592B-641A-418A-A3A0-1A3EA60A3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Segnaposto titolo 1">
            <a:extLst>
              <a:ext uri="{FF2B5EF4-FFF2-40B4-BE49-F238E27FC236}">
                <a16:creationId xmlns:a16="http://schemas.microsoft.com/office/drawing/2014/main" id="{8C1A526D-BDB6-48B9-BE01-73554F395FF1}"/>
              </a:ext>
            </a:extLst>
          </p:cNvPr>
          <p:cNvSpPr txBox="1">
            <a:spLocks/>
          </p:cNvSpPr>
          <p:nvPr userDrawn="1"/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 dirty="0">
                <a:solidFill>
                  <a:schemeClr val="bg1"/>
                </a:solidFill>
              </a:rPr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52684169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DDB07BF-6C79-4467-ACB1-0767E3771E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8428" y="1752938"/>
            <a:ext cx="4924000" cy="417809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AA3F5DFD-F0C1-4DC6-875A-D8417FB428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86162" y="1752938"/>
            <a:ext cx="4924000" cy="4178090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255D52C-1AD6-485F-97E2-A18AE2C9B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06CB1CD-EEE9-47F1-B168-D7DCFBDB8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titolo 1">
            <a:extLst>
              <a:ext uri="{FF2B5EF4-FFF2-40B4-BE49-F238E27FC236}">
                <a16:creationId xmlns:a16="http://schemas.microsoft.com/office/drawing/2014/main" id="{B915A429-AA51-465F-99BF-0EDBF7ED9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323101033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8A0B334-5A2E-420D-B34F-0C59C82F68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3644" y="1607545"/>
            <a:ext cx="5009805" cy="79110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F3888714-BC9E-4F0C-9BCB-271CD43D75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3644" y="2405336"/>
            <a:ext cx="5009805" cy="3537887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59DBCF60-51E3-49AF-B7E7-0E0D5D215F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00357" y="1614228"/>
            <a:ext cx="5009805" cy="79110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C5EE61DC-AAA5-4E2D-BF46-D00329A5C1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00357" y="2405336"/>
            <a:ext cx="5009805" cy="3537887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7AAF0436-58B6-47F6-8E11-84D919C7E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3CE0F1DC-C34B-4F16-A8A1-59B2D4B6A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FF69F79A-A6ED-473E-82AC-E596A5C35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16612697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31833979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E577963-0FD6-4635-A1A8-B7BCF35F3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645" y="1524445"/>
            <a:ext cx="4186090" cy="853475"/>
          </a:xfrm>
        </p:spPr>
        <p:txBody>
          <a:bodyPr anchor="b"/>
          <a:lstStyle>
            <a:lvl1pPr>
              <a:defRPr sz="3200">
                <a:solidFill>
                  <a:srgbClr val="0B78BD"/>
                </a:solidFill>
              </a:defRPr>
            </a:lvl1pPr>
          </a:lstStyle>
          <a:p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56285E0-D2CF-45EC-824F-708C571501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29372" y="1524445"/>
            <a:ext cx="5980790" cy="4364011"/>
          </a:xfrm>
        </p:spPr>
        <p:txBody>
          <a:bodyPr/>
          <a:lstStyle>
            <a:lvl1pPr>
              <a:defRPr sz="3200">
                <a:latin typeface="+mn-lt"/>
              </a:defRPr>
            </a:lvl1pPr>
            <a:lvl2pPr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20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3085BD09-F8F1-4CF7-88B9-307E74D0BF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3645" y="2766179"/>
            <a:ext cx="4186090" cy="312227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870B2838-7774-49C1-8FBD-409204B26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99A51A0-997F-4635-8FEA-B4232644B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10" name="Segnaposto titolo 1">
            <a:extLst>
              <a:ext uri="{FF2B5EF4-FFF2-40B4-BE49-F238E27FC236}">
                <a16:creationId xmlns:a16="http://schemas.microsoft.com/office/drawing/2014/main" id="{79FE1DD2-21EE-470A-9002-2A465A11EC14}"/>
              </a:ext>
            </a:extLst>
          </p:cNvPr>
          <p:cNvSpPr txBox="1">
            <a:spLocks/>
          </p:cNvSpPr>
          <p:nvPr userDrawn="1"/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/>
              <a:t>Fare clic per modificare lo stile del titolo </a:t>
            </a:r>
            <a:endParaRPr lang="it-IT" sz="4400" dirty="0"/>
          </a:p>
        </p:txBody>
      </p:sp>
    </p:spTree>
    <p:extLst>
      <p:ext uri="{BB962C8B-B14F-4D97-AF65-F5344CB8AC3E}">
        <p14:creationId xmlns:p14="http://schemas.microsoft.com/office/powerpoint/2010/main" val="120412573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25C9793-0D22-47FF-B7AF-15663D5AA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645" y="1467255"/>
            <a:ext cx="4186090" cy="990878"/>
          </a:xfrm>
        </p:spPr>
        <p:txBody>
          <a:bodyPr anchor="b"/>
          <a:lstStyle>
            <a:lvl1pPr>
              <a:defRPr sz="3200">
                <a:solidFill>
                  <a:srgbClr val="0B78BD"/>
                </a:solidFill>
                <a:latin typeface="+mn-lt"/>
              </a:defRPr>
            </a:lvl1pPr>
          </a:lstStyle>
          <a:p>
            <a:endParaRPr lang="it-IT" dirty="0"/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3CCCD409-2A98-495F-9E05-476EDBD282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22940" y="1454961"/>
            <a:ext cx="5787222" cy="417273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 dirty="0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1B9D9E80-627A-4D17-9029-E14C8D6455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3645" y="2695922"/>
            <a:ext cx="4186090" cy="29762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76802470-52B8-47E4-BB8D-82F7917C3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6AF4365-DBFC-499C-9A07-D4D2E10D0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10" name="Segnaposto titolo 1">
            <a:extLst>
              <a:ext uri="{FF2B5EF4-FFF2-40B4-BE49-F238E27FC236}">
                <a16:creationId xmlns:a16="http://schemas.microsoft.com/office/drawing/2014/main" id="{FFE944BF-EBE0-41F2-8211-C03DD2ED131E}"/>
              </a:ext>
            </a:extLst>
          </p:cNvPr>
          <p:cNvSpPr txBox="1">
            <a:spLocks/>
          </p:cNvSpPr>
          <p:nvPr userDrawn="1"/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/>
              <a:t>Fare clic per modificare lo stile del titolo </a:t>
            </a:r>
            <a:endParaRPr lang="it-IT" sz="4400" dirty="0"/>
          </a:p>
        </p:txBody>
      </p:sp>
    </p:spTree>
    <p:extLst>
      <p:ext uri="{BB962C8B-B14F-4D97-AF65-F5344CB8AC3E}">
        <p14:creationId xmlns:p14="http://schemas.microsoft.com/office/powerpoint/2010/main" val="371168139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8F76DF86-3239-4301-B70B-A13C8ABA85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A96C9C4-33F1-4020-8250-3D1B97B5C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AD5C8DC-1645-450C-9B4E-D669ED3CB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A3481035-E8B5-4DD5-8880-5DE2CCECA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89003823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83D8386C-D3E1-4E69-B768-5BEB28C40A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86692" y="1492588"/>
            <a:ext cx="2523470" cy="4438441"/>
          </a:xfrm>
        </p:spPr>
        <p:txBody>
          <a:bodyPr vert="eaVert"/>
          <a:lstStyle>
            <a:lvl1pPr>
              <a:defRPr>
                <a:solidFill>
                  <a:srgbClr val="0B78BD"/>
                </a:solidFill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7640F96A-A1E5-4D89-80FC-898C746DEC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554833" y="1492588"/>
            <a:ext cx="7231858" cy="4438440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661DD45-3A69-404E-8FF2-1C4D29051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303782C-43DE-45B5-A0FE-964602A91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9EE02F72-0479-433E-8790-EFB53CB0BF09}"/>
              </a:ext>
            </a:extLst>
          </p:cNvPr>
          <p:cNvSpPr txBox="1">
            <a:spLocks/>
          </p:cNvSpPr>
          <p:nvPr userDrawn="1"/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/>
              <a:t>Fare clic per modificare lo stile del titolo </a:t>
            </a:r>
            <a:endParaRPr lang="it-IT" sz="4400" dirty="0"/>
          </a:p>
        </p:txBody>
      </p:sp>
    </p:spTree>
    <p:extLst>
      <p:ext uri="{BB962C8B-B14F-4D97-AF65-F5344CB8AC3E}">
        <p14:creationId xmlns:p14="http://schemas.microsoft.com/office/powerpoint/2010/main" val="349309213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81AC213-F388-4E21-98C4-36E6E89F2D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62881" y="1536488"/>
            <a:ext cx="9847281" cy="2292538"/>
          </a:xfrm>
        </p:spPr>
        <p:txBody>
          <a:bodyPr anchor="ctr"/>
          <a:lstStyle>
            <a:lvl1pPr algn="ctr">
              <a:defRPr sz="4400">
                <a:latin typeface="+mn-lt"/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2816E0C6-E17F-4FDB-8980-765ACC03A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62881" y="4171231"/>
            <a:ext cx="9847281" cy="1589838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A79011E-D390-43E9-A2A7-33EA50B34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D52116E-899F-443D-9DAC-ADEC6441C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974020F4-9E0A-40BD-8784-A68D91CBF059}"/>
              </a:ext>
            </a:extLst>
          </p:cNvPr>
          <p:cNvSpPr txBox="1">
            <a:spLocks/>
          </p:cNvSpPr>
          <p:nvPr userDrawn="1"/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/>
              <a:t>Fare clic per modificare lo stile del titolo </a:t>
            </a:r>
            <a:endParaRPr lang="it-IT" sz="4400" dirty="0"/>
          </a:p>
        </p:txBody>
      </p:sp>
    </p:spTree>
    <p:extLst>
      <p:ext uri="{BB962C8B-B14F-4D97-AF65-F5344CB8AC3E}">
        <p14:creationId xmlns:p14="http://schemas.microsoft.com/office/powerpoint/2010/main" val="184802989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24B6594-436E-4CB3-AD0B-3DF1CF7856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B579950-EAE6-44C5-8A5A-B17F721DA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D6E3443-EB60-437C-AB50-5D4C81480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0965ADC6-875C-482E-A5A7-491A1C443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60777367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360E1D9-830C-42E5-B43B-29DB0C744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1667579"/>
            <a:ext cx="9755328" cy="2739156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9591FCF-D95B-487B-A7A1-F791F33EB6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54834" y="4413736"/>
            <a:ext cx="9755328" cy="144045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A098EBC-55A3-4699-8138-556E5BB63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6C5592B-641A-418A-A3A0-1A3EA60A3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Segnaposto titolo 1">
            <a:extLst>
              <a:ext uri="{FF2B5EF4-FFF2-40B4-BE49-F238E27FC236}">
                <a16:creationId xmlns:a16="http://schemas.microsoft.com/office/drawing/2014/main" id="{8C1A526D-BDB6-48B9-BE01-73554F395FF1}"/>
              </a:ext>
            </a:extLst>
          </p:cNvPr>
          <p:cNvSpPr txBox="1">
            <a:spLocks/>
          </p:cNvSpPr>
          <p:nvPr userDrawn="1"/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/>
              <a:t>Fare clic per modificare lo stile del titolo </a:t>
            </a:r>
            <a:endParaRPr lang="it-IT" sz="4400" dirty="0"/>
          </a:p>
        </p:txBody>
      </p:sp>
    </p:spTree>
    <p:extLst>
      <p:ext uri="{BB962C8B-B14F-4D97-AF65-F5344CB8AC3E}">
        <p14:creationId xmlns:p14="http://schemas.microsoft.com/office/powerpoint/2010/main" val="42912664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DDB07BF-6C79-4467-ACB1-0767E3771E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42738" y="1752938"/>
            <a:ext cx="4524039" cy="417809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AA3F5DFD-F0C1-4DC6-875A-D8417FB428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20583" y="1752938"/>
            <a:ext cx="4689579" cy="417809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255D52C-1AD6-485F-97E2-A18AE2C9B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06CB1CD-EEE9-47F1-B168-D7DCFBDB8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titolo 1">
            <a:extLst>
              <a:ext uri="{FF2B5EF4-FFF2-40B4-BE49-F238E27FC236}">
                <a16:creationId xmlns:a16="http://schemas.microsoft.com/office/drawing/2014/main" id="{B915A429-AA51-465F-99BF-0EDBF7ED9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60224856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8A0B334-5A2E-420D-B34F-0C59C82F68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54834" y="1614228"/>
            <a:ext cx="4677041" cy="79110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F3888714-BC9E-4F0C-9BCB-271CD43D75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54834" y="2405336"/>
            <a:ext cx="4677041" cy="3537887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59DBCF60-51E3-49AF-B7E7-0E0D5D215F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33121" y="1614228"/>
            <a:ext cx="4677041" cy="79110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C5EE61DC-AAA5-4E2D-BF46-D00329A5C1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33121" y="2405336"/>
            <a:ext cx="4677041" cy="3537887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7AAF0436-58B6-47F6-8E11-84D919C7E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3CE0F1DC-C34B-4F16-A8A1-59B2D4B6A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FF69F79A-A6ED-473E-82AC-E596A5C35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424167546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data 2">
            <a:extLst>
              <a:ext uri="{FF2B5EF4-FFF2-40B4-BE49-F238E27FC236}">
                <a16:creationId xmlns:a16="http://schemas.microsoft.com/office/drawing/2014/main" id="{93497BDC-F780-482A-B00D-623003EBC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DF9F76F-F710-4222-8AE8-D8EF547FE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5" name="Segnaposto titolo 1">
            <a:extLst>
              <a:ext uri="{FF2B5EF4-FFF2-40B4-BE49-F238E27FC236}">
                <a16:creationId xmlns:a16="http://schemas.microsoft.com/office/drawing/2014/main" id="{5F8448A6-BA0D-48F5-901B-CA9C0E892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316768871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52777D80-3793-46C5-9B6B-BF992CAF3CCE}"/>
              </a:ext>
            </a:extLst>
          </p:cNvPr>
          <p:cNvSpPr/>
          <p:nvPr userDrawn="1"/>
        </p:nvSpPr>
        <p:spPr>
          <a:xfrm>
            <a:off x="0" y="5948555"/>
            <a:ext cx="11703050" cy="636394"/>
          </a:xfrm>
          <a:prstGeom prst="rect">
            <a:avLst/>
          </a:prstGeom>
          <a:solidFill>
            <a:srgbClr val="0B78B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728"/>
          </a:p>
        </p:txBody>
      </p:sp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it-IT" dirty="0"/>
              <a:t>#AzureDayRome</a:t>
            </a: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it-IT" dirty="0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317962672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E577963-0FD6-4635-A1A8-B7BCF35F3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1524445"/>
            <a:ext cx="3774538" cy="853475"/>
          </a:xfrm>
        </p:spPr>
        <p:txBody>
          <a:bodyPr anchor="b"/>
          <a:lstStyle>
            <a:lvl1pPr>
              <a:defRPr sz="3200">
                <a:solidFill>
                  <a:srgbClr val="0B78BD"/>
                </a:solidFill>
              </a:defRPr>
            </a:lvl1pPr>
          </a:lstStyle>
          <a:p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56285E0-D2CF-45EC-824F-708C571501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04925" y="1524445"/>
            <a:ext cx="5705237" cy="4364011"/>
          </a:xfrm>
        </p:spPr>
        <p:txBody>
          <a:bodyPr/>
          <a:lstStyle>
            <a:lvl1pPr>
              <a:defRPr sz="3200">
                <a:latin typeface="+mn-lt"/>
              </a:defRPr>
            </a:lvl1pPr>
            <a:lvl2pPr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20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3085BD09-F8F1-4CF7-88B9-307E74D0BF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54834" y="2766179"/>
            <a:ext cx="3774538" cy="312227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870B2838-7774-49C1-8FBD-409204B26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99A51A0-997F-4635-8FEA-B4232644B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Segnaposto titolo 1">
            <a:extLst>
              <a:ext uri="{FF2B5EF4-FFF2-40B4-BE49-F238E27FC236}">
                <a16:creationId xmlns:a16="http://schemas.microsoft.com/office/drawing/2014/main" id="{88C52628-7CD8-4B9E-85F2-AA6D0F451AE1}"/>
              </a:ext>
            </a:extLst>
          </p:cNvPr>
          <p:cNvSpPr txBox="1">
            <a:spLocks/>
          </p:cNvSpPr>
          <p:nvPr userDrawn="1"/>
        </p:nvSpPr>
        <p:spPr>
          <a:xfrm>
            <a:off x="1404366" y="17529"/>
            <a:ext cx="10298683" cy="12727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/>
              <a:t>Fare clic per modificare lo stile del titolo </a:t>
            </a:r>
            <a:endParaRPr lang="it-IT" sz="4400" dirty="0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3F1D8162-967F-491C-8075-478356124555}"/>
              </a:ext>
            </a:extLst>
          </p:cNvPr>
          <p:cNvSpPr txBox="1">
            <a:spLocks/>
          </p:cNvSpPr>
          <p:nvPr userDrawn="1"/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/>
              <a:t>Fare clic per modificare lo stile del titolo </a:t>
            </a:r>
            <a:endParaRPr lang="it-IT" sz="4400" dirty="0"/>
          </a:p>
        </p:txBody>
      </p:sp>
    </p:spTree>
    <p:extLst>
      <p:ext uri="{BB962C8B-B14F-4D97-AF65-F5344CB8AC3E}">
        <p14:creationId xmlns:p14="http://schemas.microsoft.com/office/powerpoint/2010/main" val="268869528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25C9793-0D22-47FF-B7AF-15663D5AA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1454960"/>
            <a:ext cx="3774538" cy="990878"/>
          </a:xfrm>
        </p:spPr>
        <p:txBody>
          <a:bodyPr anchor="b"/>
          <a:lstStyle>
            <a:lvl1pPr>
              <a:defRPr sz="3200">
                <a:solidFill>
                  <a:srgbClr val="0B78BD"/>
                </a:solidFill>
                <a:latin typeface="+mn-lt"/>
              </a:defRPr>
            </a:lvl1pPr>
          </a:lstStyle>
          <a:p>
            <a:endParaRPr lang="it-IT" dirty="0"/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3CCCD409-2A98-495F-9E05-476EDBD282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730314" y="1454961"/>
            <a:ext cx="5579847" cy="417273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 dirty="0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1B9D9E80-627A-4D17-9029-E14C8D6455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54833" y="2651444"/>
            <a:ext cx="3774538" cy="29762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76802470-52B8-47E4-BB8D-82F7917C3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6AF4365-DBFC-499C-9A07-D4D2E10D0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Segnaposto titolo 1">
            <a:extLst>
              <a:ext uri="{FF2B5EF4-FFF2-40B4-BE49-F238E27FC236}">
                <a16:creationId xmlns:a16="http://schemas.microsoft.com/office/drawing/2014/main" id="{0BE16406-DCB4-4984-8046-F9EFFF081186}"/>
              </a:ext>
            </a:extLst>
          </p:cNvPr>
          <p:cNvSpPr txBox="1">
            <a:spLocks/>
          </p:cNvSpPr>
          <p:nvPr userDrawn="1"/>
        </p:nvSpPr>
        <p:spPr>
          <a:xfrm>
            <a:off x="1404366" y="17529"/>
            <a:ext cx="10298683" cy="12727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 dirty="0"/>
              <a:t>Fare clic per modificare lo stile del titolo </a:t>
            </a:r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E5B1B50D-5827-411C-8C68-4B6FEA76FB11}"/>
              </a:ext>
            </a:extLst>
          </p:cNvPr>
          <p:cNvSpPr txBox="1">
            <a:spLocks/>
          </p:cNvSpPr>
          <p:nvPr userDrawn="1"/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/>
              <a:t>Fare clic per modificare lo stile del titolo </a:t>
            </a:r>
            <a:endParaRPr lang="it-IT" sz="4400" dirty="0"/>
          </a:p>
        </p:txBody>
      </p:sp>
    </p:spTree>
    <p:extLst>
      <p:ext uri="{BB962C8B-B14F-4D97-AF65-F5344CB8AC3E}">
        <p14:creationId xmlns:p14="http://schemas.microsoft.com/office/powerpoint/2010/main" val="386794663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8F76DF86-3239-4301-B70B-A13C8ABA85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A96C9C4-33F1-4020-8250-3D1B97B5C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AD5C8DC-1645-450C-9B4E-D669ED3CB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A3481035-E8B5-4DD5-8880-5DE2CCECA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1328799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83D8386C-D3E1-4E69-B768-5BEB28C40A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86692" y="1492588"/>
            <a:ext cx="2523470" cy="4438441"/>
          </a:xfrm>
        </p:spPr>
        <p:txBody>
          <a:bodyPr vert="eaVert"/>
          <a:lstStyle>
            <a:lvl1pPr>
              <a:defRPr>
                <a:solidFill>
                  <a:srgbClr val="0B78BD"/>
                </a:solidFill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7640F96A-A1E5-4D89-80FC-898C746DEC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554833" y="1492588"/>
            <a:ext cx="7231858" cy="4438440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661DD45-3A69-404E-8FF2-1C4D29051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303782C-43DE-45B5-A0FE-964602A91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9EE02F72-0479-433E-8790-EFB53CB0BF09}"/>
              </a:ext>
            </a:extLst>
          </p:cNvPr>
          <p:cNvSpPr txBox="1">
            <a:spLocks/>
          </p:cNvSpPr>
          <p:nvPr userDrawn="1"/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/>
              <a:t>Fare clic per modificare lo stile del titolo </a:t>
            </a:r>
            <a:endParaRPr lang="it-IT" sz="4400" dirty="0"/>
          </a:p>
        </p:txBody>
      </p:sp>
    </p:spTree>
    <p:extLst>
      <p:ext uri="{BB962C8B-B14F-4D97-AF65-F5344CB8AC3E}">
        <p14:creationId xmlns:p14="http://schemas.microsoft.com/office/powerpoint/2010/main" val="176205685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81AC213-F388-4E21-98C4-36E6E89F2D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20334" y="1536488"/>
            <a:ext cx="8789827" cy="2292538"/>
          </a:xfrm>
        </p:spPr>
        <p:txBody>
          <a:bodyPr anchor="ctr"/>
          <a:lstStyle>
            <a:lvl1pPr algn="ctr">
              <a:defRPr sz="4400">
                <a:latin typeface="+mn-lt"/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2816E0C6-E17F-4FDB-8980-765ACC03A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20335" y="4171231"/>
            <a:ext cx="8789826" cy="1589838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A79011E-D390-43E9-A2A7-33EA50B34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D52116E-899F-443D-9DAC-ADEC6441C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974020F4-9E0A-40BD-8784-A68D91CBF059}"/>
              </a:ext>
            </a:extLst>
          </p:cNvPr>
          <p:cNvSpPr txBox="1">
            <a:spLocks/>
          </p:cNvSpPr>
          <p:nvPr userDrawn="1"/>
        </p:nvSpPr>
        <p:spPr>
          <a:xfrm>
            <a:off x="2520334" y="303955"/>
            <a:ext cx="87898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65895361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24B6594-436E-4CB3-AD0B-3DF1CF7856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B579950-EAE6-44C5-8A5A-B17F721DA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D6E3443-EB60-437C-AB50-5D4C81480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0965ADC6-875C-482E-A5A7-491A1C443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0335" y="303955"/>
            <a:ext cx="8789827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2597384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360E1D9-830C-42E5-B43B-29DB0C744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0335" y="1667579"/>
            <a:ext cx="8789827" cy="2739156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9591FCF-D95B-487B-A7A1-F791F33EB6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20335" y="4413736"/>
            <a:ext cx="8789827" cy="144045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A098EBC-55A3-4699-8138-556E5BB63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6C5592B-641A-418A-A3A0-1A3EA60A3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Segnaposto titolo 1">
            <a:extLst>
              <a:ext uri="{FF2B5EF4-FFF2-40B4-BE49-F238E27FC236}">
                <a16:creationId xmlns:a16="http://schemas.microsoft.com/office/drawing/2014/main" id="{8C1A526D-BDB6-48B9-BE01-73554F395FF1}"/>
              </a:ext>
            </a:extLst>
          </p:cNvPr>
          <p:cNvSpPr txBox="1">
            <a:spLocks/>
          </p:cNvSpPr>
          <p:nvPr userDrawn="1"/>
        </p:nvSpPr>
        <p:spPr>
          <a:xfrm>
            <a:off x="2520335" y="303955"/>
            <a:ext cx="8789827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24683240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DDB07BF-6C79-4467-ACB1-0767E3771E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520336" y="1762433"/>
            <a:ext cx="4150402" cy="4178090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AA3F5DFD-F0C1-4DC6-875A-D8417FB428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159759" y="1752938"/>
            <a:ext cx="4150402" cy="4178090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255D52C-1AD6-485F-97E2-A18AE2C9B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06CB1CD-EEE9-47F1-B168-D7DCFBDB8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titolo 1">
            <a:extLst>
              <a:ext uri="{FF2B5EF4-FFF2-40B4-BE49-F238E27FC236}">
                <a16:creationId xmlns:a16="http://schemas.microsoft.com/office/drawing/2014/main" id="{B915A429-AA51-465F-99BF-0EDBF7ED9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0335" y="303955"/>
            <a:ext cx="8789827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24587005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8A0B334-5A2E-420D-B34F-0C59C82F68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20335" y="1597897"/>
            <a:ext cx="4025014" cy="79110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F3888714-BC9E-4F0C-9BCB-271CD43D75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520335" y="2427002"/>
            <a:ext cx="4025015" cy="3537887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59DBCF60-51E3-49AF-B7E7-0E0D5D215F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285148" y="1614228"/>
            <a:ext cx="4025014" cy="79110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C5EE61DC-AAA5-4E2D-BF46-D00329A5C1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285148" y="2405336"/>
            <a:ext cx="4025013" cy="3537887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7AAF0436-58B6-47F6-8E11-84D919C7E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3CE0F1DC-C34B-4F16-A8A1-59B2D4B6A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FF69F79A-A6ED-473E-82AC-E596A5C35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0334" y="303955"/>
            <a:ext cx="87898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900309195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data 2">
            <a:extLst>
              <a:ext uri="{FF2B5EF4-FFF2-40B4-BE49-F238E27FC236}">
                <a16:creationId xmlns:a16="http://schemas.microsoft.com/office/drawing/2014/main" id="{93497BDC-F780-482A-B00D-623003EBC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DF9F76F-F710-4222-8AE8-D8EF547FE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5" name="Segnaposto titolo 1">
            <a:extLst>
              <a:ext uri="{FF2B5EF4-FFF2-40B4-BE49-F238E27FC236}">
                <a16:creationId xmlns:a16="http://schemas.microsoft.com/office/drawing/2014/main" id="{5F8448A6-BA0D-48F5-901B-CA9C0E892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0335" y="303955"/>
            <a:ext cx="8789827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72352017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0335" y="303955"/>
            <a:ext cx="8789827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728137583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E577963-0FD6-4635-A1A8-B7BCF35F3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0335" y="1524445"/>
            <a:ext cx="3448220" cy="853475"/>
          </a:xfrm>
        </p:spPr>
        <p:txBody>
          <a:bodyPr anchor="b"/>
          <a:lstStyle>
            <a:lvl1pPr>
              <a:defRPr sz="3200">
                <a:solidFill>
                  <a:srgbClr val="0B78BD"/>
                </a:solidFill>
              </a:defRPr>
            </a:lvl1pPr>
          </a:lstStyle>
          <a:p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56285E0-D2CF-45EC-824F-708C571501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73681" y="1524445"/>
            <a:ext cx="4936481" cy="4364011"/>
          </a:xfrm>
        </p:spPr>
        <p:txBody>
          <a:bodyPr/>
          <a:lstStyle>
            <a:lvl1pPr>
              <a:defRPr sz="3200">
                <a:latin typeface="+mn-lt"/>
              </a:defRPr>
            </a:lvl1pPr>
            <a:lvl2pPr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20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3085BD09-F8F1-4CF7-88B9-307E74D0BF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520335" y="2760407"/>
            <a:ext cx="3448220" cy="312227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870B2838-7774-49C1-8FBD-409204B26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99A51A0-997F-4635-8FEA-B4232644B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3F1D8162-967F-491C-8075-478356124555}"/>
              </a:ext>
            </a:extLst>
          </p:cNvPr>
          <p:cNvSpPr txBox="1">
            <a:spLocks/>
          </p:cNvSpPr>
          <p:nvPr userDrawn="1"/>
        </p:nvSpPr>
        <p:spPr>
          <a:xfrm>
            <a:off x="2520335" y="303955"/>
            <a:ext cx="8789827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819150805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25C9793-0D22-47FF-B7AF-15663D5AA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0336" y="1422777"/>
            <a:ext cx="3331190" cy="990878"/>
          </a:xfrm>
        </p:spPr>
        <p:txBody>
          <a:bodyPr anchor="b"/>
          <a:lstStyle>
            <a:lvl1pPr>
              <a:defRPr sz="3200">
                <a:solidFill>
                  <a:srgbClr val="0B78BD"/>
                </a:solidFill>
                <a:latin typeface="+mn-lt"/>
              </a:defRPr>
            </a:lvl1pPr>
          </a:lstStyle>
          <a:p>
            <a:endParaRPr lang="it-IT" dirty="0"/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3CCCD409-2A98-495F-9E05-476EDBD282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344726" y="1422777"/>
            <a:ext cx="4965436" cy="420491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 dirty="0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1B9D9E80-627A-4D17-9029-E14C8D6455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520336" y="2631279"/>
            <a:ext cx="3331190" cy="29762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76802470-52B8-47E4-BB8D-82F7917C3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6AF4365-DBFC-499C-9A07-D4D2E10D0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E5B1B50D-5827-411C-8C68-4B6FEA76FB11}"/>
              </a:ext>
            </a:extLst>
          </p:cNvPr>
          <p:cNvSpPr txBox="1">
            <a:spLocks/>
          </p:cNvSpPr>
          <p:nvPr userDrawn="1"/>
        </p:nvSpPr>
        <p:spPr>
          <a:xfrm>
            <a:off x="2520335" y="303955"/>
            <a:ext cx="8789827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1392561704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8F76DF86-3239-4301-B70B-A13C8ABA85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A96C9C4-33F1-4020-8250-3D1B97B5C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AD5C8DC-1645-450C-9B4E-D669ED3CB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A3481035-E8B5-4DD5-8880-5DE2CCECA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0335" y="303955"/>
            <a:ext cx="8789827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03812426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83D8386C-D3E1-4E69-B768-5BEB28C40A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86692" y="1492588"/>
            <a:ext cx="2523470" cy="4438441"/>
          </a:xfrm>
        </p:spPr>
        <p:txBody>
          <a:bodyPr vert="eaVert"/>
          <a:lstStyle>
            <a:lvl1pPr>
              <a:defRPr>
                <a:solidFill>
                  <a:srgbClr val="0B78BD"/>
                </a:solidFill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7640F96A-A1E5-4D89-80FC-898C746DEC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2520335" y="1492588"/>
            <a:ext cx="6266357" cy="4438440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661DD45-3A69-404E-8FF2-1C4D29051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303782C-43DE-45B5-A0FE-964602A91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9EE02F72-0479-433E-8790-EFB53CB0BF09}"/>
              </a:ext>
            </a:extLst>
          </p:cNvPr>
          <p:cNvSpPr txBox="1">
            <a:spLocks/>
          </p:cNvSpPr>
          <p:nvPr userDrawn="1"/>
        </p:nvSpPr>
        <p:spPr>
          <a:xfrm>
            <a:off x="2520335" y="303955"/>
            <a:ext cx="8789827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805963765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ere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1772887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 preserve="1">
  <p:cSld name="Speaker Intro 2">
    <p:bg>
      <p:bgPr>
        <a:solidFill>
          <a:srgbClr val="0B78BD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>
            <a:spLocks noGrp="1"/>
          </p:cNvSpPr>
          <p:nvPr>
            <p:ph type="ctrTitle" hasCustomPrompt="1"/>
          </p:nvPr>
        </p:nvSpPr>
        <p:spPr>
          <a:xfrm>
            <a:off x="3566365" y="2520646"/>
            <a:ext cx="7499474" cy="3541547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600">
                <a:solidFill>
                  <a:srgbClr val="FFFFFF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9pPr>
          </a:lstStyle>
          <a:p>
            <a:r>
              <a:rPr lang="it-IT"/>
              <a:t>Session Title</a:t>
            </a:r>
            <a:endParaRPr dirty="0"/>
          </a:p>
        </p:txBody>
      </p:sp>
      <p:pic>
        <p:nvPicPr>
          <p:cNvPr id="4" name="Immagine 3" descr="Immagine che contiene grafica vettoriale&#10;&#10;Descrizione generata automaticamente">
            <a:extLst>
              <a:ext uri="{FF2B5EF4-FFF2-40B4-BE49-F238E27FC236}">
                <a16:creationId xmlns:a16="http://schemas.microsoft.com/office/drawing/2014/main" id="{2768BF0B-EC18-42A2-B7AD-CA6343F741B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10598" y="2791702"/>
            <a:ext cx="3656746" cy="2999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9018980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erenc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E39836AA-E138-48A5-BA71-0DF9A3EA6287}"/>
              </a:ext>
            </a:extLst>
          </p:cNvPr>
          <p:cNvSpPr/>
          <p:nvPr userDrawn="1"/>
        </p:nvSpPr>
        <p:spPr>
          <a:xfrm>
            <a:off x="-437931" y="5038330"/>
            <a:ext cx="12578914" cy="1546619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728"/>
          </a:p>
        </p:txBody>
      </p:sp>
    </p:spTree>
    <p:extLst>
      <p:ext uri="{BB962C8B-B14F-4D97-AF65-F5344CB8AC3E}">
        <p14:creationId xmlns:p14="http://schemas.microsoft.com/office/powerpoint/2010/main" val="3147678995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erenc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E39836AA-E138-48A5-BA71-0DF9A3EA6287}"/>
              </a:ext>
            </a:extLst>
          </p:cNvPr>
          <p:cNvSpPr/>
          <p:nvPr userDrawn="1"/>
        </p:nvSpPr>
        <p:spPr>
          <a:xfrm>
            <a:off x="-189049" y="3039209"/>
            <a:ext cx="12330032" cy="3545741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4400" dirty="0">
                <a:solidFill>
                  <a:srgbClr val="0B78BD"/>
                </a:solidFill>
              </a:rPr>
              <a:t>Titolo</a:t>
            </a:r>
          </a:p>
        </p:txBody>
      </p:sp>
    </p:spTree>
    <p:extLst>
      <p:ext uri="{BB962C8B-B14F-4D97-AF65-F5344CB8AC3E}">
        <p14:creationId xmlns:p14="http://schemas.microsoft.com/office/powerpoint/2010/main" val="20210373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itolo">
    <p:bg>
      <p:bgPr>
        <a:solidFill>
          <a:srgbClr val="0B78B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7">
            <a:extLst>
              <a:ext uri="{FF2B5EF4-FFF2-40B4-BE49-F238E27FC236}">
                <a16:creationId xmlns:a16="http://schemas.microsoft.com/office/drawing/2014/main" id="{1B3740AF-E675-42BE-A189-ABCECA1A81AE}"/>
              </a:ext>
            </a:extLst>
          </p:cNvPr>
          <p:cNvSpPr/>
          <p:nvPr userDrawn="1"/>
        </p:nvSpPr>
        <p:spPr>
          <a:xfrm>
            <a:off x="4602448" y="1256205"/>
            <a:ext cx="2498151" cy="232330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728"/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51E6DB1A-82C4-4D31-BAD7-53B0226442FB}"/>
              </a:ext>
            </a:extLst>
          </p:cNvPr>
          <p:cNvSpPr/>
          <p:nvPr userDrawn="1"/>
        </p:nvSpPr>
        <p:spPr>
          <a:xfrm>
            <a:off x="0" y="4980924"/>
            <a:ext cx="11703050" cy="98605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5400" b="0" dirty="0">
              <a:solidFill>
                <a:srgbClr val="0B78BD"/>
              </a:solidFill>
              <a:latin typeface="+mn-lt"/>
            </a:endParaRPr>
          </a:p>
        </p:txBody>
      </p:sp>
      <p:sp>
        <p:nvSpPr>
          <p:cNvPr id="11" name="Segnaposto immagine 2">
            <a:extLst>
              <a:ext uri="{FF2B5EF4-FFF2-40B4-BE49-F238E27FC236}">
                <a16:creationId xmlns:a16="http://schemas.microsoft.com/office/drawing/2014/main" id="{9024054E-FC58-4A9F-88D6-B1508DD55D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602449" y="1256205"/>
            <a:ext cx="2498151" cy="23233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9E73A9E7-9566-4807-80F0-C8A8ACDB8D9B}"/>
              </a:ext>
            </a:extLst>
          </p:cNvPr>
          <p:cNvSpPr txBox="1"/>
          <p:nvPr userDrawn="1"/>
        </p:nvSpPr>
        <p:spPr>
          <a:xfrm>
            <a:off x="4602447" y="3579510"/>
            <a:ext cx="24981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>
                <a:solidFill>
                  <a:schemeClr val="bg1"/>
                </a:solidFill>
              </a:rPr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3455647092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83431" y="6103273"/>
            <a:ext cx="1226731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/>
              <a:t>#AzureDayRome</a:t>
            </a:r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54833" y="6103273"/>
            <a:ext cx="8528598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dirty="0"/>
              <a:t>Agenda</a:t>
            </a: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72F75EAC-49A5-42C5-A41A-271C74B54F74}"/>
              </a:ext>
            </a:extLst>
          </p:cNvPr>
          <p:cNvSpPr/>
          <p:nvPr userDrawn="1"/>
        </p:nvSpPr>
        <p:spPr>
          <a:xfrm>
            <a:off x="0" y="0"/>
            <a:ext cx="1278976" cy="6567422"/>
          </a:xfrm>
          <a:prstGeom prst="rect">
            <a:avLst/>
          </a:prstGeom>
          <a:solidFill>
            <a:srgbClr val="0B78B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728"/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7BBDB68D-3EA1-4F6B-B91B-966B58B8680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7528"/>
            <a:ext cx="1278976" cy="1279361"/>
          </a:xfrm>
          <a:prstGeom prst="rect">
            <a:avLst/>
          </a:prstGeom>
        </p:spPr>
      </p:pic>
      <p:sp>
        <p:nvSpPr>
          <p:cNvPr id="12" name="Segnaposto testo 2">
            <a:extLst>
              <a:ext uri="{FF2B5EF4-FFF2-40B4-BE49-F238E27FC236}">
                <a16:creationId xmlns:a16="http://schemas.microsoft.com/office/drawing/2014/main" id="{C75428D7-6ACD-4F9B-9159-66E4F87F73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4834" y="1432765"/>
            <a:ext cx="9755328" cy="4178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400">
                <a:solidFill>
                  <a:srgbClr val="0B78BD"/>
                </a:solidFill>
              </a:defRPr>
            </a:lvl1pPr>
            <a:lvl2pPr>
              <a:defRPr sz="2400">
                <a:solidFill>
                  <a:srgbClr val="0B78BD"/>
                </a:solidFill>
              </a:defRPr>
            </a:lvl2pPr>
            <a:lvl3pPr>
              <a:defRPr sz="2400">
                <a:solidFill>
                  <a:srgbClr val="0B78BD"/>
                </a:solidFill>
              </a:defRPr>
            </a:lvl3pPr>
            <a:lvl4pPr>
              <a:defRPr sz="2400">
                <a:solidFill>
                  <a:srgbClr val="0B78BD"/>
                </a:solidFill>
              </a:defRPr>
            </a:lvl4pPr>
            <a:lvl5pPr>
              <a:defRPr sz="2400">
                <a:solidFill>
                  <a:srgbClr val="0B78BD"/>
                </a:solidFill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3872774172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83431" y="6103273"/>
            <a:ext cx="1226731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/>
              <a:t>#AzureDayRome</a:t>
            </a:r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54833" y="6103273"/>
            <a:ext cx="8528598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endParaRPr lang="it-IT" dirty="0"/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72F75EAC-49A5-42C5-A41A-271C74B54F74}"/>
              </a:ext>
            </a:extLst>
          </p:cNvPr>
          <p:cNvSpPr/>
          <p:nvPr userDrawn="1"/>
        </p:nvSpPr>
        <p:spPr>
          <a:xfrm>
            <a:off x="0" y="0"/>
            <a:ext cx="1278976" cy="6567422"/>
          </a:xfrm>
          <a:prstGeom prst="rect">
            <a:avLst/>
          </a:prstGeom>
          <a:solidFill>
            <a:srgbClr val="0B78B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728"/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7BBDB68D-3EA1-4F6B-B91B-966B58B8680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7528"/>
            <a:ext cx="1278976" cy="1279361"/>
          </a:xfrm>
          <a:prstGeom prst="rect">
            <a:avLst/>
          </a:prstGeom>
        </p:spPr>
      </p:pic>
      <p:sp>
        <p:nvSpPr>
          <p:cNvPr id="7" name="Segnaposto titolo 1">
            <a:extLst>
              <a:ext uri="{FF2B5EF4-FFF2-40B4-BE49-F238E27FC236}">
                <a16:creationId xmlns:a16="http://schemas.microsoft.com/office/drawing/2014/main" id="{8304AE0C-0056-49D9-A1BB-E5FD6B842774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-1781233" y="3364453"/>
            <a:ext cx="4841441" cy="6362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pPr algn="ctr"/>
            <a:r>
              <a:rPr lang="it-IT" sz="4400">
                <a:solidFill>
                  <a:schemeClr val="bg1"/>
                </a:solidFill>
              </a:rPr>
              <a:t>Agenda</a:t>
            </a:r>
            <a:endParaRPr lang="it-IT" sz="4400" dirty="0">
              <a:solidFill>
                <a:schemeClr val="bg1"/>
              </a:solidFill>
            </a:endParaRPr>
          </a:p>
        </p:txBody>
      </p:sp>
      <p:sp>
        <p:nvSpPr>
          <p:cNvPr id="8" name="Segnaposto testo 2">
            <a:extLst>
              <a:ext uri="{FF2B5EF4-FFF2-40B4-BE49-F238E27FC236}">
                <a16:creationId xmlns:a16="http://schemas.microsoft.com/office/drawing/2014/main" id="{8BBCFD4C-AEE9-4341-8F2A-49306A0599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4834" y="1432765"/>
            <a:ext cx="9755328" cy="4178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400">
                <a:solidFill>
                  <a:srgbClr val="0B78BD"/>
                </a:solidFill>
              </a:defRPr>
            </a:lvl1pPr>
            <a:lvl2pPr>
              <a:defRPr sz="2400">
                <a:solidFill>
                  <a:srgbClr val="0B78BD"/>
                </a:solidFill>
              </a:defRPr>
            </a:lvl2pPr>
            <a:lvl3pPr>
              <a:defRPr sz="2400">
                <a:solidFill>
                  <a:srgbClr val="0B78BD"/>
                </a:solidFill>
              </a:defRPr>
            </a:lvl3pPr>
            <a:lvl4pPr>
              <a:defRPr sz="2400">
                <a:solidFill>
                  <a:srgbClr val="0B78BD"/>
                </a:solidFill>
              </a:defRPr>
            </a:lvl4pPr>
            <a:lvl5pPr>
              <a:defRPr sz="2400">
                <a:solidFill>
                  <a:srgbClr val="0B78BD"/>
                </a:solidFill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2400484775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83431" y="6103273"/>
            <a:ext cx="1226731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/>
              <a:t>#AzureDayRome</a:t>
            </a:r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54833" y="6103273"/>
            <a:ext cx="8528598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endParaRPr lang="it-IT" dirty="0"/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72F75EAC-49A5-42C5-A41A-271C74B54F74}"/>
              </a:ext>
            </a:extLst>
          </p:cNvPr>
          <p:cNvSpPr/>
          <p:nvPr userDrawn="1"/>
        </p:nvSpPr>
        <p:spPr>
          <a:xfrm>
            <a:off x="0" y="0"/>
            <a:ext cx="1278976" cy="6567422"/>
          </a:xfrm>
          <a:prstGeom prst="rect">
            <a:avLst/>
          </a:prstGeom>
          <a:solidFill>
            <a:srgbClr val="0B78B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728"/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7BBDB68D-3EA1-4F6B-B91B-966B58B8680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7528"/>
            <a:ext cx="1278976" cy="1279361"/>
          </a:xfrm>
          <a:prstGeom prst="rect">
            <a:avLst/>
          </a:prstGeom>
        </p:spPr>
      </p:pic>
      <p:sp>
        <p:nvSpPr>
          <p:cNvPr id="7" name="Segnaposto titolo 1">
            <a:extLst>
              <a:ext uri="{FF2B5EF4-FFF2-40B4-BE49-F238E27FC236}">
                <a16:creationId xmlns:a16="http://schemas.microsoft.com/office/drawing/2014/main" id="{8C83AD98-DC2D-414F-85A7-3B59E4D18FD3}"/>
              </a:ext>
            </a:extLst>
          </p:cNvPr>
          <p:cNvSpPr txBox="1">
            <a:spLocks/>
          </p:cNvSpPr>
          <p:nvPr userDrawn="1"/>
        </p:nvSpPr>
        <p:spPr>
          <a:xfrm>
            <a:off x="153360" y="1701956"/>
            <a:ext cx="972254" cy="4106307"/>
          </a:xfrm>
          <a:prstGeom prst="rect">
            <a:avLst/>
          </a:prstGeom>
        </p:spPr>
        <p:txBody>
          <a:bodyPr vert="wordArtVert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 dirty="0">
                <a:solidFill>
                  <a:schemeClr val="bg1"/>
                </a:solidFill>
              </a:rPr>
              <a:t>AGENDA</a:t>
            </a:r>
          </a:p>
        </p:txBody>
      </p:sp>
      <p:sp>
        <p:nvSpPr>
          <p:cNvPr id="8" name="Segnaposto testo 2">
            <a:extLst>
              <a:ext uri="{FF2B5EF4-FFF2-40B4-BE49-F238E27FC236}">
                <a16:creationId xmlns:a16="http://schemas.microsoft.com/office/drawing/2014/main" id="{CD0B6E79-F9A8-427C-AAAD-533973D8E7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4834" y="1432765"/>
            <a:ext cx="9755328" cy="4178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400">
                <a:solidFill>
                  <a:srgbClr val="0B78BD"/>
                </a:solidFill>
              </a:defRPr>
            </a:lvl1pPr>
            <a:lvl2pPr>
              <a:defRPr sz="2400">
                <a:solidFill>
                  <a:srgbClr val="0B78BD"/>
                </a:solidFill>
              </a:defRPr>
            </a:lvl2pPr>
            <a:lvl3pPr>
              <a:defRPr sz="2400">
                <a:solidFill>
                  <a:srgbClr val="0B78BD"/>
                </a:solidFill>
              </a:defRPr>
            </a:lvl3pPr>
            <a:lvl4pPr>
              <a:defRPr sz="2400">
                <a:solidFill>
                  <a:srgbClr val="0B78BD"/>
                </a:solidFill>
              </a:defRPr>
            </a:lvl4pPr>
            <a:lvl5pPr>
              <a:defRPr sz="2400">
                <a:solidFill>
                  <a:srgbClr val="0B78BD"/>
                </a:solidFill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779238613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uota Logo DX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83431" y="6103273"/>
            <a:ext cx="1226731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/>
              <a:t>#AzureDayRome</a:t>
            </a:r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4666" y="6103273"/>
            <a:ext cx="9448765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666" y="303955"/>
            <a:ext cx="10675496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endParaRPr lang="it-IT" dirty="0"/>
          </a:p>
        </p:txBody>
      </p:sp>
      <p:sp>
        <p:nvSpPr>
          <p:cNvPr id="7" name="Segnaposto titolo 1">
            <a:extLst>
              <a:ext uri="{FF2B5EF4-FFF2-40B4-BE49-F238E27FC236}">
                <a16:creationId xmlns:a16="http://schemas.microsoft.com/office/drawing/2014/main" id="{8C83AD98-DC2D-414F-85A7-3B59E4D18FD3}"/>
              </a:ext>
            </a:extLst>
          </p:cNvPr>
          <p:cNvSpPr txBox="1">
            <a:spLocks/>
          </p:cNvSpPr>
          <p:nvPr userDrawn="1"/>
        </p:nvSpPr>
        <p:spPr>
          <a:xfrm>
            <a:off x="153360" y="1701956"/>
            <a:ext cx="972254" cy="4106307"/>
          </a:xfrm>
          <a:prstGeom prst="rect">
            <a:avLst/>
          </a:prstGeom>
        </p:spPr>
        <p:txBody>
          <a:bodyPr vert="wordArtVert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 dirty="0">
                <a:solidFill>
                  <a:schemeClr val="bg1"/>
                </a:solidFill>
              </a:rPr>
              <a:t>AGENDA</a:t>
            </a:r>
          </a:p>
        </p:txBody>
      </p:sp>
      <p:pic>
        <p:nvPicPr>
          <p:cNvPr id="12" name="Immagine 11">
            <a:extLst>
              <a:ext uri="{FF2B5EF4-FFF2-40B4-BE49-F238E27FC236}">
                <a16:creationId xmlns:a16="http://schemas.microsoft.com/office/drawing/2014/main" id="{5CB1FD4A-77C8-4549-A446-B69D33385E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0849" y="4903255"/>
            <a:ext cx="1031894" cy="1032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3300847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V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tangolo 5">
            <a:extLst>
              <a:ext uri="{FF2B5EF4-FFF2-40B4-BE49-F238E27FC236}">
                <a16:creationId xmlns:a16="http://schemas.microsoft.com/office/drawing/2014/main" id="{C27300C4-421D-4405-87C1-01BBAA9D102A}"/>
              </a:ext>
            </a:extLst>
          </p:cNvPr>
          <p:cNvSpPr/>
          <p:nvPr userDrawn="1"/>
        </p:nvSpPr>
        <p:spPr>
          <a:xfrm>
            <a:off x="4606949" y="1815468"/>
            <a:ext cx="2498151" cy="232330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728"/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3BC52BE1-DA7B-4B4B-A750-43DC5BAFD8E7}"/>
              </a:ext>
            </a:extLst>
          </p:cNvPr>
          <p:cNvSpPr/>
          <p:nvPr userDrawn="1"/>
        </p:nvSpPr>
        <p:spPr>
          <a:xfrm>
            <a:off x="0" y="5311859"/>
            <a:ext cx="11703050" cy="98605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5400" b="0" dirty="0">
                <a:solidFill>
                  <a:srgbClr val="0B78BD"/>
                </a:solidFill>
                <a:latin typeface="+mn-lt"/>
              </a:rPr>
              <a:t>Session Title</a:t>
            </a:r>
          </a:p>
        </p:txBody>
      </p:sp>
      <p:sp>
        <p:nvSpPr>
          <p:cNvPr id="5" name="Segnaposto immagine 2">
            <a:extLst>
              <a:ext uri="{FF2B5EF4-FFF2-40B4-BE49-F238E27FC236}">
                <a16:creationId xmlns:a16="http://schemas.microsoft.com/office/drawing/2014/main" id="{87C983A3-DC74-4C7F-BA9E-8FD9BACC78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606949" y="1820918"/>
            <a:ext cx="2498151" cy="23233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 dirty="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805D74D9-99C3-442C-94A0-2256DCB3A8AD}"/>
              </a:ext>
            </a:extLst>
          </p:cNvPr>
          <p:cNvSpPr txBox="1"/>
          <p:nvPr userDrawn="1"/>
        </p:nvSpPr>
        <p:spPr>
          <a:xfrm>
            <a:off x="4606949" y="4264489"/>
            <a:ext cx="24981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>
                <a:solidFill>
                  <a:schemeClr val="bg1"/>
                </a:solidFill>
              </a:rPr>
              <a:t>Please Vote</a:t>
            </a:r>
          </a:p>
        </p:txBody>
      </p:sp>
    </p:spTree>
    <p:extLst>
      <p:ext uri="{BB962C8B-B14F-4D97-AF65-F5344CB8AC3E}">
        <p14:creationId xmlns:p14="http://schemas.microsoft.com/office/powerpoint/2010/main" val="798812372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83431" y="6103273"/>
            <a:ext cx="1226731" cy="35058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20335" y="6103273"/>
            <a:ext cx="7563096" cy="350588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20335" y="303955"/>
            <a:ext cx="8789827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>
                <a:solidFill>
                  <a:srgbClr val="0B78BD"/>
                </a:solidFill>
                <a:latin typeface="+mn-lt"/>
              </a:defRPr>
            </a:lvl1pPr>
          </a:lstStyle>
          <a:p>
            <a:r>
              <a:rPr lang="it-IT" dirty="0" err="1"/>
              <a:t>Question</a:t>
            </a:r>
            <a:r>
              <a:rPr lang="it-IT" dirty="0"/>
              <a:t> Time</a:t>
            </a:r>
          </a:p>
        </p:txBody>
      </p:sp>
      <p:pic>
        <p:nvPicPr>
          <p:cNvPr id="5" name="Google Shape;77;p15" descr="photo-1434030216411-0b793f4b4173.jpg">
            <a:extLst>
              <a:ext uri="{FF2B5EF4-FFF2-40B4-BE49-F238E27FC236}">
                <a16:creationId xmlns:a16="http://schemas.microsoft.com/office/drawing/2014/main" id="{722A8524-7FE9-45F2-ADA9-A2F63D65BDF5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28831" r="30600"/>
          <a:stretch/>
        </p:blipFill>
        <p:spPr>
          <a:xfrm>
            <a:off x="0" y="0"/>
            <a:ext cx="2282095" cy="6584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E06A4069-F726-4503-98B9-94A133FC05F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0849" y="4903255"/>
            <a:ext cx="1031894" cy="1032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6377511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10A40383-6BE9-4A38-84CE-E391022B5B4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235" y="698935"/>
            <a:ext cx="10682581" cy="5582913"/>
          </a:xfrm>
          <a:prstGeom prst="rect">
            <a:avLst/>
          </a:prstGeom>
          <a:effectLst>
            <a:outerShdw dist="50800" dir="5400000" algn="ctr" rotWithShape="0">
              <a:srgbClr val="000000">
                <a:alpha val="16000"/>
              </a:srgbClr>
            </a:outerShdw>
          </a:effectLst>
        </p:spPr>
      </p:pic>
      <p:sp>
        <p:nvSpPr>
          <p:cNvPr id="4" name="Segnaposto titolo 1">
            <a:extLst>
              <a:ext uri="{FF2B5EF4-FFF2-40B4-BE49-F238E27FC236}">
                <a16:creationId xmlns:a16="http://schemas.microsoft.com/office/drawing/2014/main" id="{A6C10EFC-5B15-4541-BF67-29984B125E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04650" y="303103"/>
            <a:ext cx="889013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it-IT" dirty="0"/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2049727950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emo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titolo 1">
            <a:extLst>
              <a:ext uri="{FF2B5EF4-FFF2-40B4-BE49-F238E27FC236}">
                <a16:creationId xmlns:a16="http://schemas.microsoft.com/office/drawing/2014/main" id="{A6C10EFC-5B15-4541-BF67-29984B125E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04650" y="303103"/>
            <a:ext cx="889013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it-IT" dirty="0"/>
              <a:t>Demo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83D0796F-BFCB-4198-B194-80E21C27AA4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5250" y="1792758"/>
            <a:ext cx="3668935" cy="2999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9139193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preserve="1" userDrawn="1">
  <p:cSld name="Title">
    <p:bg>
      <p:bgPr>
        <a:solidFill>
          <a:schemeClr val="bg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6B34FBF1-8022-4793-BD04-5A3F2FAB2B51}"/>
              </a:ext>
            </a:extLst>
          </p:cNvPr>
          <p:cNvSpPr txBox="1"/>
          <p:nvPr userDrawn="1"/>
        </p:nvSpPr>
        <p:spPr>
          <a:xfrm>
            <a:off x="809688" y="159465"/>
            <a:ext cx="10083675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4267" b="1" dirty="0">
                <a:solidFill>
                  <a:srgbClr val="0B78BD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Thanks to</a:t>
            </a:r>
          </a:p>
        </p:txBody>
      </p:sp>
      <p:pic>
        <p:nvPicPr>
          <p:cNvPr id="21" name="Immagine 20" descr="Immagine che contiene testo, bigliettodavisita, grafica vettoriale&#10;&#10;Descrizione generata automaticamente">
            <a:extLst>
              <a:ext uri="{FF2B5EF4-FFF2-40B4-BE49-F238E27FC236}">
                <a16:creationId xmlns:a16="http://schemas.microsoft.com/office/drawing/2014/main" id="{C8E6F388-7C62-4230-8DC6-8218AD2A801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7746" y="5100336"/>
            <a:ext cx="1007558" cy="1007861"/>
          </a:xfrm>
          <a:prstGeom prst="rect">
            <a:avLst/>
          </a:prstGeom>
        </p:spPr>
      </p:pic>
      <p:pic>
        <p:nvPicPr>
          <p:cNvPr id="11" name="Immagine 10" descr="Immagine che contiene testo, clipart, grafica vettoriale, segnale&#10;&#10;Descrizione generata automaticamente">
            <a:extLst>
              <a:ext uri="{FF2B5EF4-FFF2-40B4-BE49-F238E27FC236}">
                <a16:creationId xmlns:a16="http://schemas.microsoft.com/office/drawing/2014/main" id="{2BC806B2-3C63-4BEF-AAE6-CFCC7F13DAE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2970" y="5234652"/>
            <a:ext cx="727175" cy="727394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13CBCB05-3F96-488C-A71D-1C49D39D012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3498" y="5092826"/>
            <a:ext cx="1800388" cy="900466"/>
          </a:xfrm>
          <a:prstGeom prst="rect">
            <a:avLst/>
          </a:prstGeom>
        </p:spPr>
      </p:pic>
      <p:sp>
        <p:nvSpPr>
          <p:cNvPr id="12" name="Titolo 11">
            <a:extLst>
              <a:ext uri="{FF2B5EF4-FFF2-40B4-BE49-F238E27FC236}">
                <a16:creationId xmlns:a16="http://schemas.microsoft.com/office/drawing/2014/main" id="{E65E49AD-ED5A-CFAD-5BC8-67CD236B36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9482" y="-1688764"/>
            <a:ext cx="10093881" cy="1272786"/>
          </a:xfrm>
          <a:prstGeom prst="rect">
            <a:avLst/>
          </a:prstGeom>
        </p:spPr>
        <p:txBody>
          <a:bodyPr/>
          <a:lstStyle/>
          <a:p>
            <a:r>
              <a:rPr lang="it-IT" dirty="0"/>
              <a:t>Sponsor</a:t>
            </a:r>
          </a:p>
        </p:txBody>
      </p:sp>
      <p:pic>
        <p:nvPicPr>
          <p:cNvPr id="15" name="Picture 14" descr="A logo with a black background&#10;&#10;AI-generated content may be incorrect.">
            <a:extLst>
              <a:ext uri="{FF2B5EF4-FFF2-40B4-BE49-F238E27FC236}">
                <a16:creationId xmlns:a16="http://schemas.microsoft.com/office/drawing/2014/main" id="{0CD309AC-1421-4142-D487-9716414B5AD7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9202" y="959423"/>
            <a:ext cx="5591530" cy="2796608"/>
          </a:xfrm>
          <a:prstGeom prst="rect">
            <a:avLst/>
          </a:prstGeom>
        </p:spPr>
      </p:pic>
      <p:pic>
        <p:nvPicPr>
          <p:cNvPr id="17" name="Picture 16" descr="A logo with blue squares and arrow&#10;&#10;AI-generated content may be incorrect.">
            <a:extLst>
              <a:ext uri="{FF2B5EF4-FFF2-40B4-BE49-F238E27FC236}">
                <a16:creationId xmlns:a16="http://schemas.microsoft.com/office/drawing/2014/main" id="{28290EA6-4AC8-E19E-72D5-68B12BA7C5D5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069" y="3586410"/>
            <a:ext cx="2437994" cy="1219365"/>
          </a:xfrm>
          <a:prstGeom prst="rect">
            <a:avLst/>
          </a:prstGeom>
        </p:spPr>
      </p:pic>
      <p:pic>
        <p:nvPicPr>
          <p:cNvPr id="19" name="Picture 18" descr="A black and blue logo&#10;&#10;AI-generated content may be incorrect.">
            <a:extLst>
              <a:ext uri="{FF2B5EF4-FFF2-40B4-BE49-F238E27FC236}">
                <a16:creationId xmlns:a16="http://schemas.microsoft.com/office/drawing/2014/main" id="{29271295-7C7D-8AE3-7BE8-26129B1408A7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7672" y="3586410"/>
            <a:ext cx="2437995" cy="1219365"/>
          </a:xfrm>
          <a:prstGeom prst="rect">
            <a:avLst/>
          </a:prstGeom>
        </p:spPr>
      </p:pic>
      <p:pic>
        <p:nvPicPr>
          <p:cNvPr id="23" name="Picture 22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35BE7DA4-CDAD-3030-9AA8-267F20AA7856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7371" y="3586410"/>
            <a:ext cx="2437994" cy="1219365"/>
          </a:xfrm>
          <a:prstGeom prst="rect">
            <a:avLst/>
          </a:prstGeom>
        </p:spPr>
      </p:pic>
      <p:pic>
        <p:nvPicPr>
          <p:cNvPr id="25" name="Picture 24" descr="A logo with blue and black text&#10;&#10;AI-generated content may be incorrect.">
            <a:extLst>
              <a:ext uri="{FF2B5EF4-FFF2-40B4-BE49-F238E27FC236}">
                <a16:creationId xmlns:a16="http://schemas.microsoft.com/office/drawing/2014/main" id="{46212FD0-D82E-663C-D3AD-25B42444C9A8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7974" y="3586409"/>
            <a:ext cx="2437995" cy="1219365"/>
          </a:xfrm>
          <a:prstGeom prst="rect">
            <a:avLst/>
          </a:prstGeom>
        </p:spPr>
      </p:pic>
      <p:pic>
        <p:nvPicPr>
          <p:cNvPr id="27" name="Picture 26" descr="A close-up of a logo&#10;&#10;AI-generated content may be incorrect.">
            <a:extLst>
              <a:ext uri="{FF2B5EF4-FFF2-40B4-BE49-F238E27FC236}">
                <a16:creationId xmlns:a16="http://schemas.microsoft.com/office/drawing/2014/main" id="{4818B737-1FD9-9942-3124-6118629845AE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866" y="1118154"/>
            <a:ext cx="4956795" cy="2479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75113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1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theme" Target="../theme/theme3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4" Type="http://schemas.openxmlformats.org/officeDocument/2006/relationships/image" Target="../media/image3.pn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3.xml"/><Relationship Id="rId13" Type="http://schemas.openxmlformats.org/officeDocument/2006/relationships/slideLayout" Target="../slideLayouts/slideLayout68.xml"/><Relationship Id="rId3" Type="http://schemas.openxmlformats.org/officeDocument/2006/relationships/slideLayout" Target="../slideLayouts/slideLayout58.xml"/><Relationship Id="rId7" Type="http://schemas.openxmlformats.org/officeDocument/2006/relationships/slideLayout" Target="../slideLayouts/slideLayout62.xml"/><Relationship Id="rId12" Type="http://schemas.openxmlformats.org/officeDocument/2006/relationships/slideLayout" Target="../slideLayouts/slideLayout67.xml"/><Relationship Id="rId2" Type="http://schemas.openxmlformats.org/officeDocument/2006/relationships/slideLayout" Target="../slideLayouts/slideLayout57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66.xml"/><Relationship Id="rId5" Type="http://schemas.openxmlformats.org/officeDocument/2006/relationships/slideLayout" Target="../slideLayouts/slideLayout60.xml"/><Relationship Id="rId15" Type="http://schemas.openxmlformats.org/officeDocument/2006/relationships/theme" Target="../theme/theme6.xml"/><Relationship Id="rId10" Type="http://schemas.openxmlformats.org/officeDocument/2006/relationships/slideLayout" Target="../slideLayouts/slideLayout65.xml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Relationship Id="rId14" Type="http://schemas.openxmlformats.org/officeDocument/2006/relationships/slideLayout" Target="../slideLayouts/slideLayout6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B78B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magine 6">
            <a:extLst>
              <a:ext uri="{FF2B5EF4-FFF2-40B4-BE49-F238E27FC236}">
                <a16:creationId xmlns:a16="http://schemas.microsoft.com/office/drawing/2014/main" id="{8FA54CC7-9A7A-4045-B6C3-58856AE6AEB3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7528"/>
            <a:ext cx="1278976" cy="1279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5534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50" r:id="rId2"/>
    <p:sldLayoutId id="2147483754" r:id="rId3"/>
    <p:sldLayoutId id="2147483755" r:id="rId4"/>
    <p:sldLayoutId id="2147483756" r:id="rId5"/>
    <p:sldLayoutId id="2147483757" r:id="rId6"/>
    <p:sldLayoutId id="2147483758" r:id="rId7"/>
    <p:sldLayoutId id="2147483759" r:id="rId8"/>
    <p:sldLayoutId id="2147483763" r:id="rId9"/>
    <p:sldLayoutId id="2147483764" r:id="rId10"/>
    <p:sldLayoutId id="214748376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B4F1C049-6E41-4F28-8D79-231F45AC5418}"/>
              </a:ext>
            </a:extLst>
          </p:cNvPr>
          <p:cNvSpPr/>
          <p:nvPr userDrawn="1"/>
        </p:nvSpPr>
        <p:spPr>
          <a:xfrm>
            <a:off x="0" y="0"/>
            <a:ext cx="1278976" cy="6567422"/>
          </a:xfrm>
          <a:prstGeom prst="rect">
            <a:avLst/>
          </a:prstGeom>
          <a:solidFill>
            <a:srgbClr val="0B78B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728"/>
          </a:p>
        </p:txBody>
      </p:sp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193C5AD0-FE2E-4D86-A507-E86907BB1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821791A-A567-4377-ABF1-F28ADCB752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54834" y="1261834"/>
            <a:ext cx="9755328" cy="46207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D7CEABB-53CB-47F0-B538-540607AD10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83431" y="6103273"/>
            <a:ext cx="1226731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AF7A0EE-86E4-47D2-9966-E8417FAFE8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54833" y="6103273"/>
            <a:ext cx="8528598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 dirty="0"/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21EBF50F-5D1D-409E-88D8-03D976F8D979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7528"/>
            <a:ext cx="1278976" cy="1279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68910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73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B78BD"/>
          </a:solidFill>
          <a:latin typeface="+mn-lt"/>
          <a:ea typeface="+mj-ea"/>
          <a:cs typeface="Segoe UI" panose="020B050204020402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0B78BD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0B78BD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0B78BD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B78BD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B78BD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B4F1C049-6E41-4F28-8D79-231F45AC5418}"/>
              </a:ext>
            </a:extLst>
          </p:cNvPr>
          <p:cNvSpPr/>
          <p:nvPr userDrawn="1"/>
        </p:nvSpPr>
        <p:spPr>
          <a:xfrm>
            <a:off x="0" y="1"/>
            <a:ext cx="11703050" cy="1148145"/>
          </a:xfrm>
          <a:prstGeom prst="rect">
            <a:avLst/>
          </a:prstGeom>
          <a:solidFill>
            <a:srgbClr val="0B78B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728"/>
          </a:p>
        </p:txBody>
      </p:sp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193C5AD0-FE2E-4D86-A507-E86907BB1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821791A-A567-4377-ABF1-F28ADCB752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3645" y="1261834"/>
            <a:ext cx="10756518" cy="46207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D7CEABB-53CB-47F0-B538-540607AD10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83431" y="6103273"/>
            <a:ext cx="1226731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AF7A0EE-86E4-47D2-9966-E8417FAFE8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53645" y="6103273"/>
            <a:ext cx="9529786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 dirty="0"/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21EBF50F-5D1D-409E-88D8-03D976F8D979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17527"/>
            <a:ext cx="1165323" cy="1165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92419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7" r:id="rId6"/>
    <p:sldLayoutId id="2147483728" r:id="rId7"/>
    <p:sldLayoutId id="2147483729" r:id="rId8"/>
    <p:sldLayoutId id="2147483730" r:id="rId9"/>
    <p:sldLayoutId id="2147483731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+mn-lt"/>
          <a:ea typeface="+mj-ea"/>
          <a:cs typeface="Segoe UI" panose="020B050204020402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0B78BD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0B78BD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0B78BD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B78BD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B78BD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193C5AD0-FE2E-4D86-A507-E86907BB1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821791A-A567-4377-ABF1-F28ADCB752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54834" y="1261834"/>
            <a:ext cx="9755328" cy="46207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D7CEABB-53CB-47F0-B538-540607AD10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83431" y="6103273"/>
            <a:ext cx="1226731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AF7A0EE-86E4-47D2-9966-E8417FAFE8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54833" y="6103273"/>
            <a:ext cx="8528598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 dirty="0"/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21EBF50F-5D1D-409E-88D8-03D976F8D979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7528"/>
            <a:ext cx="1278976" cy="1279361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CC7B11A8-B49B-4B10-A7C4-40A2FA2540ED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540" y="106049"/>
            <a:ext cx="1031894" cy="1032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0922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B78BD"/>
          </a:solidFill>
          <a:latin typeface="+mn-lt"/>
          <a:ea typeface="+mj-ea"/>
          <a:cs typeface="Segoe UI" panose="020B050204020402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0B78BD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0B78BD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0B78BD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B78BD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B78BD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B4F1C049-6E41-4F28-8D79-231F45AC5418}"/>
              </a:ext>
            </a:extLst>
          </p:cNvPr>
          <p:cNvSpPr/>
          <p:nvPr userDrawn="1"/>
        </p:nvSpPr>
        <p:spPr>
          <a:xfrm>
            <a:off x="0" y="0"/>
            <a:ext cx="2269556" cy="6567422"/>
          </a:xfrm>
          <a:prstGeom prst="rect">
            <a:avLst/>
          </a:prstGeom>
          <a:solidFill>
            <a:srgbClr val="0B78B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728"/>
          </a:p>
        </p:txBody>
      </p:sp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193C5AD0-FE2E-4D86-A507-E86907BB1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0335" y="303955"/>
            <a:ext cx="8789827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821791A-A567-4377-ABF1-F28ADCB752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20335" y="1261834"/>
            <a:ext cx="8789827" cy="46207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D7CEABB-53CB-47F0-B538-540607AD10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83431" y="6103273"/>
            <a:ext cx="1226731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AF7A0EE-86E4-47D2-9966-E8417FAFE8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20335" y="6103273"/>
            <a:ext cx="7563096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 dirty="0"/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21EBF50F-5D1D-409E-88D8-03D976F8D979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289" y="17529"/>
            <a:ext cx="1278976" cy="1279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3896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B78BD"/>
          </a:solidFill>
          <a:latin typeface="+mn-lt"/>
          <a:ea typeface="+mj-ea"/>
          <a:cs typeface="Segoe UI" panose="020B050204020402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0B78BD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0B78BD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0B78BD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B78BD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B78BD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B78B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magine 6">
            <a:extLst>
              <a:ext uri="{FF2B5EF4-FFF2-40B4-BE49-F238E27FC236}">
                <a16:creationId xmlns:a16="http://schemas.microsoft.com/office/drawing/2014/main" id="{8FA54CC7-9A7A-4045-B6C3-58856AE6AEB3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7528"/>
            <a:ext cx="1278976" cy="1279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65422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700" r:id="rId2"/>
    <p:sldLayoutId id="2147483701" r:id="rId3"/>
    <p:sldLayoutId id="2147483702" r:id="rId4"/>
    <p:sldLayoutId id="2147483685" r:id="rId5"/>
    <p:sldLayoutId id="2147483703" r:id="rId6"/>
    <p:sldLayoutId id="2147483705" r:id="rId7"/>
    <p:sldLayoutId id="2147483704" r:id="rId8"/>
    <p:sldLayoutId id="2147483707" r:id="rId9"/>
    <p:sldLayoutId id="2147483697" r:id="rId10"/>
    <p:sldLayoutId id="2147483706" r:id="rId11"/>
    <p:sldLayoutId id="2147483698" r:id="rId12"/>
    <p:sldLayoutId id="2147483732" r:id="rId13"/>
    <p:sldLayoutId id="2147483699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Session Banner - Il cloud in miniatura: Azure Local Small per IoT e AI all’edge</a:t>
            </a:r>
          </a:p>
        </p:txBody>
      </p:sp>
      <p:pic>
        <p:nvPicPr>
          <p:cNvPr id="3" name="Banner for Il cloud in miniatura: Azure Local Small per IoT e AI all’edge by Marco Dal Pin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11703050" cy="65849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onsor Section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Event Sponsors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mo Section Title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Demo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estions Section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 &amp; Discussion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QR Code for voting on Il cloud in miniatura: Azure Local Small per IoT e AI all’edg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/>
          <a:srcRect t="3500" b="3500"/>
          <a:stretch>
            <a:fillRect/>
          </a:stretch>
        </p:blipFill>
        <p:spPr/>
      </p:pic>
      <p:sp>
        <p:nvSpPr>
          <p:cNvPr id="3" name="Voting Call to Action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Please Vote for This Session</a:t>
            </a:r>
          </a:p>
        </p:txBody>
      </p:sp>
      <p:sp>
        <p:nvSpPr>
          <p:cNvPr id="4" name="Hidden Accessibility Title"/>
          <p:cNvSpPr txBox="1"/>
          <p:nvPr/>
        </p:nvSpPr>
        <p:spPr>
          <a:xfrm>
            <a:off x="-9144000" y="-914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Vote for Session - Il cloud in miniatura: Azure Local Small per IoT e AI all’edge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Dem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4_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2_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Dem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ef5da91-0831-42fa-860c-d84acea2b669" xsi:nil="true"/>
    <lcf76f155ced4ddcb4097134ff3c332f xmlns="d8121912-130d-4688-8a96-8cf2c237709c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D6131E5EFD16140B6B7F4892B3B1EDF" ma:contentTypeVersion="13" ma:contentTypeDescription="Creare un nuovo documento." ma:contentTypeScope="" ma:versionID="f7092a640f78ea4a58c542758a2087a9">
  <xsd:schema xmlns:xsd="http://www.w3.org/2001/XMLSchema" xmlns:xs="http://www.w3.org/2001/XMLSchema" xmlns:p="http://schemas.microsoft.com/office/2006/metadata/properties" xmlns:ns2="d8121912-130d-4688-8a96-8cf2c237709c" xmlns:ns3="cef5da91-0831-42fa-860c-d84acea2b669" targetNamespace="http://schemas.microsoft.com/office/2006/metadata/properties" ma:root="true" ma:fieldsID="9cc30157f59582ac7f31f7a07f398939" ns2:_="" ns3:_="">
    <xsd:import namespace="d8121912-130d-4688-8a96-8cf2c237709c"/>
    <xsd:import namespace="cef5da91-0831-42fa-860c-d84acea2b66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8121912-130d-4688-8a96-8cf2c237709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Tag immagine" ma:readOnly="false" ma:fieldId="{5cf76f15-5ced-4ddc-b409-7134ff3c332f}" ma:taxonomyMulti="true" ma:sspId="cb3eaf0a-ec7c-4c5b-b578-2d5a923ed71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ef5da91-0831-42fa-860c-d84acea2b669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f9dfd23f-fefb-4f7f-bb4d-3c7d3fc8a426}" ma:internalName="TaxCatchAll" ma:showField="CatchAllData" ma:web="cef5da91-0831-42fa-860c-d84acea2b66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22C31F1-2B60-498B-97F0-D1FDB6AF853A}">
  <ds:schemaRefs>
    <ds:schemaRef ds:uri="http://schemas.microsoft.com/office/2006/metadata/properties"/>
    <ds:schemaRef ds:uri="http://schemas.microsoft.com/office/infopath/2007/PartnerControls"/>
    <ds:schemaRef ds:uri="cef5da91-0831-42fa-860c-d84acea2b669"/>
    <ds:schemaRef ds:uri="d8121912-130d-4688-8a96-8cf2c237709c"/>
  </ds:schemaRefs>
</ds:datastoreItem>
</file>

<file path=customXml/itemProps2.xml><?xml version="1.0" encoding="utf-8"?>
<ds:datastoreItem xmlns:ds="http://schemas.openxmlformats.org/officeDocument/2006/customXml" ds:itemID="{2CC49BA8-1D2E-4FF2-8E9E-8E91853D594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8121912-130d-4688-8a96-8cf2c237709c"/>
    <ds:schemaRef ds:uri="cef5da91-0831-42fa-860c-d84acea2b66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4A8BFCE-5DAA-4E65-8EC3-6DC152FDE6FE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87867195-f2b8-4ac2-b0b6-6bb73cb33afc}" enabled="1" method="Privilege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172</TotalTime>
  <Words>69</Words>
  <Application>Microsoft Office PowerPoint</Application>
  <PresentationFormat>Personalizzato</PresentationFormat>
  <Paragraphs>11</Paragraphs>
  <Slides>5</Slides>
  <Notes>5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6</vt:i4>
      </vt:variant>
      <vt:variant>
        <vt:lpstr>Titoli diapositive</vt:lpstr>
      </vt:variant>
      <vt:variant>
        <vt:i4>5</vt:i4>
      </vt:variant>
    </vt:vector>
  </HeadingPairs>
  <TitlesOfParts>
    <vt:vector size="15" baseType="lpstr">
      <vt:lpstr>Aptos</vt:lpstr>
      <vt:lpstr>Arial</vt:lpstr>
      <vt:lpstr>Calibri</vt:lpstr>
      <vt:lpstr>Segoe UI</vt:lpstr>
      <vt:lpstr>1_Demo</vt:lpstr>
      <vt:lpstr>1_Tema di Office</vt:lpstr>
      <vt:lpstr>4_Tema di Office</vt:lpstr>
      <vt:lpstr>3_Tema di Office</vt:lpstr>
      <vt:lpstr>2_Tema di Office</vt:lpstr>
      <vt:lpstr>Demo</vt:lpstr>
      <vt:lpstr>Session Banner - Il cloud in miniatura: Azure Local Small per IoT e AI all’edge</vt:lpstr>
      <vt:lpstr>Event Sponsors</vt:lpstr>
      <vt:lpstr>Demo</vt:lpstr>
      <vt:lpstr>Questions &amp; Discussion</vt:lpstr>
      <vt:lpstr>Please Vote for This Session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for Il cloud in miniatura: Azure Local Small per IoT e AI all’edge</dc:title>
  <dc:subject>Conference session: Il cloud in miniatura: Azure Local Small per IoT e AI all’edge</dc:subject>
  <dc:creator>Congiu Luca</dc:creator>
  <cp:lastModifiedBy>Ivan Persiani</cp:lastModifiedBy>
  <cp:revision>44</cp:revision>
  <dcterms:created xsi:type="dcterms:W3CDTF">2019-05-12T19:24:58Z</dcterms:created>
  <dcterms:modified xsi:type="dcterms:W3CDTF">2026-06-02T06:36:55Z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0x010100FD6131E5EFD16140B6B7F4892B3B1EDF</vt:lpwstr>
  </property>
</Properties>
</file>