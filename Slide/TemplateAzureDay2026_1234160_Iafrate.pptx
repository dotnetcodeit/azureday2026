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Dare un volto all’AI: creare avatar intelligenti con Azure Text-to-Speech</a:t>
            </a:r>
          </a:p>
        </p:txBody>
      </p:sp>
      <p:pic>
        <p:nvPicPr>
          <p:cNvPr id="3" name="Banner for Dare un volto all’AI: creare avatar intelligenti con Azure Text-to-Speech by Alessio Iafr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Dare un volto all’AI: creare avatar intelligenti con Azure Text-to-Spee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Dare un volto all’AI: creare avatar intelligenti con Azure Text-to-Speech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65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Dare un volto all’AI: creare avatar intelligenti con Azure Text-to-Speech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Dare un volto all’AI: creare avatar intelligenti con Azure Text-to-Speech</dc:title>
  <dc:subject>Conference session: Dare un volto all’AI: creare avatar intelligenti con Azure Text-to-Speech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